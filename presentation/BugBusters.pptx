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67" r:id="rId6"/>
    <p:sldId id="264" r:id="rId7"/>
    <p:sldId id="259" r:id="rId8"/>
    <p:sldId id="261" r:id="rId9"/>
    <p:sldId id="265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image" Target="../media/image4.png"/><Relationship Id="rId20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2.png"/><Relationship Id="rId18" Type="http://schemas.openxmlformats.org/officeDocument/2006/relationships/image" Target="../media/image1.pn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>
            <a:fillRect/>
          </a:stretch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>
            <a:fillRect/>
          </a:stretch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>
            <a:fillRect/>
          </a:stretch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>
            <a:fillRect/>
          </a:stretch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571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4835" y="617104"/>
            <a:ext cx="9300609" cy="4057073"/>
          </a:xfrm>
        </p:spPr>
        <p:txBody>
          <a:bodyPr/>
          <a:lstStyle/>
          <a:p>
            <a:pPr algn="ctr"/>
            <a:r>
              <a:rPr lang="en-US" sz="6600" b="1" spc="50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Welcome to the</a:t>
            </a:r>
            <a:r>
              <a:rPr lang="en-US" sz="6600" b="1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sz="6600" b="1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6600" b="1" dirty="0" err="1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BugBusters</a:t>
            </a:r>
            <a:r>
              <a:rPr lang="en-US" sz="66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Team  </a:t>
            </a:r>
            <a:br>
              <a:rPr lang="en-US" sz="6600" b="1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6600" b="1" spc="50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Project Presentaion.</a:t>
            </a:r>
            <a:endParaRPr lang="en-US" sz="6600" b="1" spc="50" dirty="0" smtClean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ight Triangle 3"/>
          <p:cNvSpPr/>
          <p:nvPr/>
        </p:nvSpPr>
        <p:spPr>
          <a:xfrm>
            <a:off x="-1" y="3121891"/>
            <a:ext cx="3736111" cy="3736109"/>
          </a:xfrm>
          <a:prstGeom prst="rtTriangle">
            <a:avLst/>
          </a:prstGeom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0800000">
            <a:off x="8447056" y="-2"/>
            <a:ext cx="3736109" cy="3736109"/>
          </a:xfrm>
          <a:prstGeom prst="rtTriangle">
            <a:avLst/>
          </a:prstGeom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Triangle 5"/>
          <p:cNvSpPr/>
          <p:nvPr/>
        </p:nvSpPr>
        <p:spPr>
          <a:xfrm rot="16200000">
            <a:off x="9026437" y="3701271"/>
            <a:ext cx="2577349" cy="3736109"/>
          </a:xfrm>
          <a:prstGeom prst="rtTriangle">
            <a:avLst/>
          </a:prstGeom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/>
          <p:cNvSpPr/>
          <p:nvPr/>
        </p:nvSpPr>
        <p:spPr>
          <a:xfrm flipV="1">
            <a:off x="0" y="27710"/>
            <a:ext cx="3736111" cy="3103417"/>
          </a:xfrm>
          <a:prstGeom prst="rtTriangl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Triangle 12"/>
          <p:cNvSpPr/>
          <p:nvPr/>
        </p:nvSpPr>
        <p:spPr>
          <a:xfrm>
            <a:off x="-2" y="3546764"/>
            <a:ext cx="3334329" cy="3311236"/>
          </a:xfrm>
          <a:prstGeom prst="rtTriangle">
            <a:avLst/>
          </a:prstGeom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Triangle 14"/>
          <p:cNvSpPr/>
          <p:nvPr/>
        </p:nvSpPr>
        <p:spPr>
          <a:xfrm>
            <a:off x="-3" y="4005869"/>
            <a:ext cx="2900221" cy="2852131"/>
          </a:xfrm>
          <a:prstGeom prst="rtTriangle">
            <a:avLst/>
          </a:prstGeom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Triangle 20"/>
          <p:cNvSpPr/>
          <p:nvPr/>
        </p:nvSpPr>
        <p:spPr>
          <a:xfrm flipV="1">
            <a:off x="-3" y="-6"/>
            <a:ext cx="3269676" cy="2724731"/>
          </a:xfrm>
          <a:prstGeom prst="rtTriangl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Triangle 21"/>
          <p:cNvSpPr/>
          <p:nvPr/>
        </p:nvSpPr>
        <p:spPr>
          <a:xfrm rot="16200000">
            <a:off x="9370091" y="4036089"/>
            <a:ext cx="2337203" cy="3306616"/>
          </a:xfrm>
          <a:prstGeom prst="rtTriangle">
            <a:avLst/>
          </a:prstGeom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Triangle 22"/>
          <p:cNvSpPr/>
          <p:nvPr/>
        </p:nvSpPr>
        <p:spPr>
          <a:xfrm rot="16200000">
            <a:off x="9811331" y="4477327"/>
            <a:ext cx="1990436" cy="2770910"/>
          </a:xfrm>
          <a:prstGeom prst="rtTriangle">
            <a:avLst/>
          </a:prstGeom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Triangle 23"/>
          <p:cNvSpPr/>
          <p:nvPr/>
        </p:nvSpPr>
        <p:spPr>
          <a:xfrm rot="10800000">
            <a:off x="9005455" y="-8"/>
            <a:ext cx="3186546" cy="3195789"/>
          </a:xfrm>
          <a:prstGeom prst="rtTriangle">
            <a:avLst/>
          </a:prstGeom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Triangle 24"/>
          <p:cNvSpPr/>
          <p:nvPr/>
        </p:nvSpPr>
        <p:spPr>
          <a:xfrm rot="10800000">
            <a:off x="9587345" y="-13"/>
            <a:ext cx="2604656" cy="2613903"/>
          </a:xfrm>
          <a:prstGeom prst="rtTriangle">
            <a:avLst/>
          </a:prstGeom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ight Triangle 25"/>
          <p:cNvSpPr/>
          <p:nvPr/>
        </p:nvSpPr>
        <p:spPr>
          <a:xfrm flipV="1">
            <a:off x="-8839" y="1356"/>
            <a:ext cx="2816694" cy="2380270"/>
          </a:xfrm>
          <a:prstGeom prst="rtTriangl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869"/>
            <a:ext cx="12192000" cy="1062046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22330" y="159463"/>
            <a:ext cx="8027523" cy="941973"/>
          </a:xfrm>
        </p:spPr>
        <p:txBody>
          <a:bodyPr/>
          <a:lstStyle/>
          <a:p>
            <a:pPr algn="ctr"/>
            <a:r>
              <a:rPr lang="en-US" altLang="en-US" sz="3400" b="1" dirty="0" err="1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Introducing Our Team Members</a:t>
            </a:r>
            <a:endParaRPr lang="en-US" altLang="en-US" sz="3400" b="1" dirty="0" err="1" smtClean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0" r="14029" b="28216"/>
          <a:stretch>
            <a:fillRect/>
          </a:stretch>
        </p:blipFill>
        <p:spPr>
          <a:xfrm>
            <a:off x="894080" y="3877945"/>
            <a:ext cx="1767205" cy="2132330"/>
          </a:xfrm>
          <a:prstGeom prst="roundRect">
            <a:avLst/>
          </a:prstGeom>
          <a:ln w="57150" cap="rnd">
            <a:solidFill>
              <a:schemeClr val="bg1">
                <a:lumMod val="95000"/>
                <a:lumOff val="5000"/>
              </a:schemeClr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9" name="TextBox 8"/>
          <p:cNvSpPr txBox="1"/>
          <p:nvPr/>
        </p:nvSpPr>
        <p:spPr>
          <a:xfrm>
            <a:off x="4634865" y="3132455"/>
            <a:ext cx="2936875" cy="7061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4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Team Leader</a:t>
            </a:r>
            <a:endParaRPr lang="en-US" sz="2400" b="1" dirty="0" smtClean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000" b="1" dirty="0" smtClean="0">
                <a:latin typeface="Bahnschrift Light SemiCondensed" panose="020B0502040204020203" charset="0"/>
                <a:cs typeface="Bahnschrift Light SemiCondensed" panose="020B0502040204020203" charset="0"/>
              </a:rPr>
              <a:t>Abdul Aziz</a:t>
            </a:r>
            <a:endParaRPr lang="en-US" sz="2000" b="1" dirty="0">
              <a:latin typeface="Bahnschrift Light SemiCondensed" panose="020B0502040204020203" charset="0"/>
              <a:cs typeface="Bahnschrift Light SemiCondensed" panose="020B0502040204020203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01191" y="6010454"/>
            <a:ext cx="2937164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Assistant</a:t>
            </a:r>
            <a:endParaRPr lang="en-US" sz="2400" b="1" dirty="0" smtClean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  <a:p>
            <a:pPr algn="ctr"/>
            <a:r>
              <a:rPr lang="en-US" sz="2000" b="1" dirty="0" err="1" smtClean="0">
                <a:latin typeface="Bahnschrift Light SemiCondensed" panose="020B0502040204020203" charset="0"/>
                <a:cs typeface="Bahnschrift Light SemiCondensed" panose="020B0502040204020203" charset="0"/>
              </a:rPr>
              <a:t>Shajidul</a:t>
            </a:r>
            <a:r>
              <a:rPr lang="en-US" sz="2000" b="1" dirty="0" smtClean="0">
                <a:latin typeface="Bahnschrift Light SemiCondensed" panose="020B0502040204020203" charset="0"/>
                <a:cs typeface="Bahnschrift Light SemiCondensed" panose="020B0502040204020203" charset="0"/>
              </a:rPr>
              <a:t> </a:t>
            </a:r>
            <a:r>
              <a:rPr lang="en-US" sz="2000" b="1" dirty="0" err="1" smtClean="0">
                <a:latin typeface="Bahnschrift Light SemiCondensed" panose="020B0502040204020203" charset="0"/>
                <a:cs typeface="Bahnschrift Light SemiCondensed" panose="020B0502040204020203" charset="0"/>
              </a:rPr>
              <a:t>islam</a:t>
            </a:r>
            <a:r>
              <a:rPr lang="en-US" sz="2000" b="1" dirty="0" smtClean="0">
                <a:latin typeface="Bahnschrift Light SemiCondensed" panose="020B0502040204020203" charset="0"/>
                <a:cs typeface="Bahnschrift Light SemiCondensed" panose="020B0502040204020203" charset="0"/>
              </a:rPr>
              <a:t> </a:t>
            </a:r>
            <a:endParaRPr lang="en-US" sz="2000" b="1" dirty="0">
              <a:latin typeface="Bahnschrift Light SemiCondensed" panose="020B0502040204020203" charset="0"/>
              <a:cs typeface="Bahnschrift Light SemiCondensed" panose="020B0502040204020203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099463" y="6032144"/>
            <a:ext cx="2937164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Team </a:t>
            </a:r>
            <a:r>
              <a:rPr lang="en-US" sz="24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Member</a:t>
            </a:r>
            <a:endParaRPr lang="en-US" sz="2400" b="1" dirty="0" smtClean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000" b="1" dirty="0" err="1" smtClean="0">
                <a:latin typeface="Bahnschrift Light SemiCondensed" panose="020B0502040204020203" charset="0"/>
                <a:cs typeface="Bahnschrift Light SemiCondensed" panose="020B0502040204020203" charset="0"/>
                <a:sym typeface="+mn-ea"/>
              </a:rPr>
              <a:t>Pretom</a:t>
            </a:r>
            <a:r>
              <a:rPr lang="en-US" sz="2000" b="1" dirty="0" smtClean="0">
                <a:latin typeface="Bahnschrift Light SemiCondensed" panose="020B0502040204020203" charset="0"/>
                <a:cs typeface="Bahnschrift Light SemiCondensed" panose="020B0502040204020203" charset="0"/>
                <a:sym typeface="+mn-ea"/>
              </a:rPr>
              <a:t> </a:t>
            </a:r>
            <a:r>
              <a:rPr lang="en-US" sz="2000" b="1" dirty="0" err="1" smtClean="0">
                <a:latin typeface="Bahnschrift Light SemiCondensed" panose="020B0502040204020203" charset="0"/>
                <a:cs typeface="Bahnschrift Light SemiCondensed" panose="020B0502040204020203" charset="0"/>
                <a:sym typeface="+mn-ea"/>
              </a:rPr>
              <a:t>Chakraborty</a:t>
            </a:r>
            <a:r>
              <a:rPr lang="en-US" sz="2000" b="1" dirty="0" smtClean="0">
                <a:latin typeface="Bahnschrift Light SemiCondensed" panose="020B0502040204020203" charset="0"/>
                <a:cs typeface="Bahnschrift Light SemiCondensed" panose="020B0502040204020203" charset="0"/>
                <a:sym typeface="+mn-ea"/>
              </a:rPr>
              <a:t> </a:t>
            </a:r>
            <a:endParaRPr lang="en-US" sz="2000" b="1" dirty="0">
              <a:latin typeface="Bahnschrift Light SemiCondensed" panose="020B0502040204020203" charset="0"/>
              <a:cs typeface="Bahnschrift Light SemiCondensed" panose="020B0502040204020203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19495" y="6021070"/>
            <a:ext cx="2898140" cy="7581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4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Team </a:t>
            </a:r>
            <a:r>
              <a:rPr lang="en-US" sz="2400" b="1" dirty="0" err="1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2400" b="1" dirty="0" err="1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ember</a:t>
            </a:r>
            <a:endParaRPr lang="en-US" sz="2400" b="1" dirty="0" smtClean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000" b="1" dirty="0" err="1" smtClean="0">
                <a:latin typeface="Bahnschrift Light SemiCondensed" panose="020B0502040204020203" charset="0"/>
                <a:cs typeface="Bahnschrift Light SemiCondensed" panose="020B0502040204020203" charset="0"/>
              </a:rPr>
              <a:t>Ayesha Israt</a:t>
            </a:r>
            <a:endParaRPr lang="en-US" sz="2000" b="1" dirty="0">
              <a:latin typeface="Bahnschrift Light SemiCondensed" panose="020B0502040204020203" charset="0"/>
              <a:cs typeface="Bahnschrift Light SemiCondensed" panose="020B0502040204020203" charset="0"/>
            </a:endParaRPr>
          </a:p>
        </p:txBody>
      </p:sp>
      <p:sp>
        <p:nvSpPr>
          <p:cNvPr id="16" name="TextBox 11"/>
          <p:cNvSpPr txBox="1"/>
          <p:nvPr/>
        </p:nvSpPr>
        <p:spPr>
          <a:xfrm>
            <a:off x="9148445" y="6038215"/>
            <a:ext cx="2841625" cy="7435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4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Team </a:t>
            </a:r>
            <a:r>
              <a:rPr lang="en-US" sz="2400" b="1" dirty="0" err="1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2400" b="1" dirty="0" err="1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ember</a:t>
            </a:r>
            <a:endParaRPr lang="en-US" sz="2400" b="1" dirty="0" smtClean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000" b="1" dirty="0" err="1" smtClean="0">
                <a:latin typeface="Bahnschrift Light SemiCondensed" panose="020B0502040204020203" charset="0"/>
                <a:cs typeface="Bahnschrift Light SemiCondensed" panose="020B0502040204020203" charset="0"/>
              </a:rPr>
              <a:t>Eanur Sima</a:t>
            </a:r>
            <a:endParaRPr lang="en-US" sz="2000" b="1" dirty="0">
              <a:latin typeface="Bahnschrift Light SemiCondensed" panose="020B0502040204020203" charset="0"/>
              <a:cs typeface="Bahnschrift Light SemiCondensed" panose="020B0502040204020203" charset="0"/>
            </a:endParaRPr>
          </a:p>
        </p:txBody>
      </p:sp>
      <p:pic>
        <p:nvPicPr>
          <p:cNvPr id="3" name="Picture 2" descr="chadn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810" y="3940810"/>
            <a:ext cx="1787525" cy="2091055"/>
          </a:xfrm>
          <a:prstGeom prst="roundRect">
            <a:avLst/>
          </a:prstGeom>
          <a:solidFill>
            <a:schemeClr val="bg1">
              <a:alpha val="98000"/>
            </a:schemeClr>
          </a:solidFill>
          <a:ln w="57150">
            <a:solidFill>
              <a:schemeClr val="bg1">
                <a:lumMod val="95000"/>
                <a:lumOff val="5000"/>
              </a:schemeClr>
            </a:solidFill>
          </a:ln>
        </p:spPr>
      </p:pic>
      <p:pic>
        <p:nvPicPr>
          <p:cNvPr id="17" name="Picture 16" descr="indoor-shot-attractive-young-woman-with-glasses-posing-against-white-wall"/>
          <p:cNvPicPr>
            <a:picLocks noChangeAspect="1"/>
          </p:cNvPicPr>
          <p:nvPr/>
        </p:nvPicPr>
        <p:blipFill>
          <a:blip r:embed="rId3"/>
          <a:srcRect l="24178" t="2639" r="26714" b="13231"/>
          <a:stretch>
            <a:fillRect/>
          </a:stretch>
        </p:blipFill>
        <p:spPr>
          <a:xfrm>
            <a:off x="9565640" y="3878580"/>
            <a:ext cx="1813560" cy="2131695"/>
          </a:xfrm>
          <a:prstGeom prst="roundRect">
            <a:avLst/>
          </a:prstGeom>
          <a:ln w="57150">
            <a:solidFill>
              <a:schemeClr val="bg1">
                <a:lumMod val="95000"/>
                <a:lumOff val="5000"/>
              </a:schemeClr>
            </a:solidFill>
          </a:ln>
        </p:spPr>
      </p:pic>
      <p:pic>
        <p:nvPicPr>
          <p:cNvPr id="21" name="Picture 20" descr="WhatsApp Image 2025-11-26 at 12.20.0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060" y="3877945"/>
            <a:ext cx="1826260" cy="2131695"/>
          </a:xfrm>
          <a:prstGeom prst="roundRect">
            <a:avLst/>
          </a:prstGeom>
          <a:ln w="57150">
            <a:solidFill>
              <a:schemeClr val="bg1"/>
            </a:solidFill>
          </a:ln>
        </p:spPr>
      </p:pic>
      <p:pic>
        <p:nvPicPr>
          <p:cNvPr id="8" name="Picture 7" descr="WhatsApp Image 2025-11-29 at 15.13.4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0020" y="1177290"/>
            <a:ext cx="1827530" cy="1990090"/>
          </a:xfrm>
          <a:prstGeom prst="roundRect">
            <a:avLst/>
          </a:prstGeom>
          <a:ln w="38100">
            <a:solidFill>
              <a:schemeClr val="bg1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9" grpId="0"/>
      <p:bldP spid="9" grpId="1"/>
      <p:bldP spid="10" grpId="0"/>
      <p:bldP spid="11" grpId="0"/>
      <p:bldP spid="12" grpId="0"/>
      <p:bldP spid="16" grpId="0"/>
      <p:bldP spid="10" grpId="1"/>
      <p:bldP spid="11" grpId="1"/>
      <p:bldP spid="12" grpId="1"/>
      <p:bldP spid="16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  <a:alpha val="8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1154545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565" y="200025"/>
            <a:ext cx="9404985" cy="814070"/>
          </a:xfrm>
        </p:spPr>
        <p:txBody>
          <a:bodyPr/>
          <a:lstStyle/>
          <a:p>
            <a:pPr algn="ctr"/>
            <a:r>
              <a:rPr lang="en-US" altLang="en-US" sz="3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Our Project Overview</a:t>
            </a:r>
            <a:endParaRPr lang="en-US" altLang="en-US" sz="3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305" y="1155065"/>
            <a:ext cx="11887835" cy="5567680"/>
          </a:xfrm>
          <a:prstGeom prst="rect">
            <a:avLst/>
          </a:prstGeom>
          <a:solidFill>
            <a:schemeClr val="accent1"/>
          </a:solidFill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  <a:alpha val="8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1095375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565" y="200025"/>
            <a:ext cx="9404985" cy="814070"/>
          </a:xfrm>
        </p:spPr>
        <p:txBody>
          <a:bodyPr/>
          <a:lstStyle/>
          <a:p>
            <a:pPr algn="ctr"/>
            <a:r>
              <a:rPr lang="en-US" altLang="en-US" sz="3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Our Project Overview – Dark Mode </a:t>
            </a:r>
            <a:endParaRPr lang="en-US" altLang="en-US" sz="3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/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6" name="Picture 5" descr="Screenshot_15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" y="1095375"/>
            <a:ext cx="11939270" cy="56394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  <a:alpha val="87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6000750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" name="Group 1"/>
          <p:cNvGrpSpPr/>
          <p:nvPr>
            <p:custDataLst>
              <p:tags r:id="rId1"/>
            </p:custDataLst>
          </p:nvPr>
        </p:nvGrpSpPr>
        <p:grpSpPr>
          <a:xfrm>
            <a:off x="6553200" y="406400"/>
            <a:ext cx="5140325" cy="708025"/>
            <a:chOff x="6553199" y="406400"/>
            <a:chExt cx="5564909" cy="766618"/>
          </a:xfrm>
        </p:grpSpPr>
        <p:sp>
          <p:nvSpPr>
            <p:cNvPr id="8" name="Rounded Rectangle 7"/>
            <p:cNvSpPr/>
            <p:nvPr>
              <p:custDataLst>
                <p:tags r:id="rId2"/>
              </p:custDataLst>
            </p:nvPr>
          </p:nvSpPr>
          <p:spPr>
            <a:xfrm>
              <a:off x="6553199" y="406400"/>
              <a:ext cx="5564909" cy="76661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>
              <p:custDataLst>
                <p:tags r:id="rId3"/>
              </p:custDataLst>
            </p:nvPr>
          </p:nvSpPr>
          <p:spPr>
            <a:xfrm>
              <a:off x="6922769" y="621030"/>
              <a:ext cx="4826635" cy="334010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noAutofit/>
            </a:bodyPr>
            <a:lstStyle/>
            <a:p>
              <a:pPr algn="ctr"/>
              <a:r>
                <a:rPr lang="as-IN" sz="2000" b="1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rPr>
                <a:t>আমরা সিস্টেমটি তৈরি করতে ব্যবহার </a:t>
              </a:r>
              <a:r>
                <a:rPr lang="as-IN" sz="2000" b="1" dirty="0" smtClean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rPr>
                <a:t>করেছি</a:t>
              </a:r>
              <a:endParaRPr lang="en-US" sz="2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</p:grpSp>
      <p:grpSp>
        <p:nvGrpSpPr>
          <p:cNvPr id="3" name="Group 2"/>
          <p:cNvGrpSpPr/>
          <p:nvPr>
            <p:custDataLst>
              <p:tags r:id="rId4"/>
            </p:custDataLst>
          </p:nvPr>
        </p:nvGrpSpPr>
        <p:grpSpPr>
          <a:xfrm>
            <a:off x="598805" y="406400"/>
            <a:ext cx="4829810" cy="655955"/>
            <a:chOff x="293254" y="406400"/>
            <a:chExt cx="5564909" cy="766618"/>
          </a:xfrm>
        </p:grpSpPr>
        <p:sp>
          <p:nvSpPr>
            <p:cNvPr id="13" name="Rounded Rectangle 12"/>
            <p:cNvSpPr/>
            <p:nvPr>
              <p:custDataLst>
                <p:tags r:id="rId5"/>
              </p:custDataLst>
            </p:nvPr>
          </p:nvSpPr>
          <p:spPr>
            <a:xfrm>
              <a:off x="293254" y="406400"/>
              <a:ext cx="5564909" cy="766618"/>
            </a:xfrm>
            <a:prstGeom prst="roundRect">
              <a:avLst/>
            </a:prstGeom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>
              <p:custDataLst>
                <p:tags r:id="rId6"/>
              </p:custDataLst>
            </p:nvPr>
          </p:nvSpPr>
          <p:spPr>
            <a:xfrm>
              <a:off x="973974" y="589915"/>
              <a:ext cx="4202430" cy="384175"/>
            </a:xfrm>
            <a:prstGeom prst="rect">
              <a:avLst/>
            </a:prstGeom>
          </p:spPr>
          <p:style>
            <a:lnRef idx="2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noAutofit/>
            </a:bodyPr>
            <a:lstStyle/>
            <a:p>
              <a:pPr algn="ctr"/>
              <a:r>
                <a:rPr lang="as-IN" sz="2000" b="1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rPr>
                <a:t>এই সিস্টেম তৈরি করার মূল উদ্দেশ্য</a:t>
              </a:r>
              <a:endParaRPr lang="en-US" sz="2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6491131" y="1352088"/>
            <a:ext cx="823191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solidFill>
                  <a:schemeClr val="tx1"/>
                </a:solidFill>
              </a:rPr>
              <a:t>🛠  Python (Tkinter GUI</a:t>
            </a:r>
            <a:r>
              <a:rPr lang="en-US" dirty="0" smtClean="0">
                <a:solidFill>
                  <a:schemeClr val="tx1"/>
                </a:solidFill>
              </a:rPr>
              <a:t>)</a:t>
            </a:r>
            <a:endParaRPr lang="en-US" dirty="0" smtClean="0">
              <a:solidFill>
                <a:schemeClr val="tx1"/>
              </a:solidFill>
            </a:endParaRPr>
          </a:p>
          <a:p>
            <a:pPr>
              <a:lnSpc>
                <a:spcPct val="200000"/>
              </a:lnSpc>
            </a:pPr>
            <a:r>
              <a:rPr lang="en-US" dirty="0" smtClean="0">
                <a:solidFill>
                  <a:schemeClr val="tx1"/>
                </a:solidFill>
              </a:rPr>
              <a:t>🛠  </a:t>
            </a:r>
            <a:r>
              <a:rPr lang="en-US" dirty="0">
                <a:solidFill>
                  <a:schemeClr val="tx1"/>
                </a:solidFill>
              </a:rPr>
              <a:t>CSV File System–Daily Record </a:t>
            </a:r>
            <a:r>
              <a:rPr lang="en-US" dirty="0" smtClean="0">
                <a:solidFill>
                  <a:schemeClr val="tx1"/>
                </a:solidFill>
              </a:rPr>
              <a:t>Storage</a:t>
            </a:r>
            <a:endParaRPr lang="en-US" dirty="0" smtClean="0">
              <a:solidFill>
                <a:schemeClr val="tx1"/>
              </a:solidFill>
            </a:endParaRPr>
          </a:p>
          <a:p>
            <a:pPr>
              <a:lnSpc>
                <a:spcPct val="200000"/>
              </a:lnSpc>
            </a:pPr>
            <a:r>
              <a:rPr lang="en-US" dirty="0" smtClean="0">
                <a:solidFill>
                  <a:schemeClr val="tx1"/>
                </a:solidFill>
              </a:rPr>
              <a:t>🛠  </a:t>
            </a:r>
            <a:r>
              <a:rPr lang="en-US" dirty="0">
                <a:solidFill>
                  <a:schemeClr val="tx1"/>
                </a:solidFill>
              </a:rPr>
              <a:t>JSON–Login </a:t>
            </a:r>
            <a:r>
              <a:rPr lang="en-US" dirty="0" smtClean="0">
                <a:solidFill>
                  <a:schemeClr val="tx1"/>
                </a:solidFill>
              </a:rPr>
              <a:t>Credentials</a:t>
            </a:r>
            <a:endParaRPr lang="en-US" dirty="0" smtClean="0">
              <a:solidFill>
                <a:schemeClr val="tx1"/>
              </a:solidFill>
            </a:endParaRPr>
          </a:p>
          <a:p>
            <a:pPr>
              <a:lnSpc>
                <a:spcPct val="200000"/>
              </a:lnSpc>
            </a:pPr>
            <a:r>
              <a:rPr lang="en-US" dirty="0" smtClean="0">
                <a:solidFill>
                  <a:schemeClr val="tx1"/>
                </a:solidFill>
              </a:rPr>
              <a:t>🛠  </a:t>
            </a:r>
            <a:r>
              <a:rPr lang="en-US" dirty="0">
                <a:solidFill>
                  <a:schemeClr val="tx1"/>
                </a:solidFill>
              </a:rPr>
              <a:t>PIL–Profile Icon </a:t>
            </a:r>
            <a:r>
              <a:rPr lang="en-US" dirty="0" smtClean="0">
                <a:solidFill>
                  <a:schemeClr val="tx1"/>
                </a:solidFill>
              </a:rPr>
              <a:t>Handling</a:t>
            </a:r>
            <a:endParaRPr lang="en-US" dirty="0" smtClean="0">
              <a:solidFill>
                <a:schemeClr val="tx1"/>
              </a:solidFill>
            </a:endParaRPr>
          </a:p>
          <a:p>
            <a:pPr>
              <a:lnSpc>
                <a:spcPct val="200000"/>
              </a:lnSpc>
            </a:pPr>
            <a:r>
              <a:rPr lang="en-US" dirty="0" smtClean="0">
                <a:solidFill>
                  <a:schemeClr val="tx1"/>
                </a:solidFill>
              </a:rPr>
              <a:t>🛠  </a:t>
            </a:r>
            <a:r>
              <a:rPr lang="en-US" dirty="0">
                <a:solidFill>
                  <a:schemeClr val="tx1"/>
                </a:solidFill>
              </a:rPr>
              <a:t>Matplotlib – Expense </a:t>
            </a:r>
            <a:r>
              <a:rPr lang="en-US" dirty="0" smtClean="0">
                <a:solidFill>
                  <a:schemeClr val="tx1"/>
                </a:solidFill>
              </a:rPr>
              <a:t>Chart</a:t>
            </a:r>
            <a:endParaRPr lang="en-US" dirty="0" smtClean="0">
              <a:solidFill>
                <a:schemeClr val="tx1"/>
              </a:solidFill>
            </a:endParaRPr>
          </a:p>
          <a:p>
            <a:pPr>
              <a:lnSpc>
                <a:spcPct val="200000"/>
              </a:lnSpc>
            </a:pPr>
            <a:r>
              <a:rPr lang="en-US" dirty="0" smtClean="0">
                <a:solidFill>
                  <a:schemeClr val="tx1"/>
                </a:solidFill>
              </a:rPr>
              <a:t>🛠  </a:t>
            </a:r>
            <a:r>
              <a:rPr lang="en-US" dirty="0">
                <a:solidFill>
                  <a:schemeClr val="tx1"/>
                </a:solidFill>
              </a:rPr>
              <a:t>hashlib + base64–Secure Password </a:t>
            </a:r>
            <a:r>
              <a:rPr lang="en-US" dirty="0" smtClean="0">
                <a:solidFill>
                  <a:schemeClr val="tx1"/>
                </a:solidFill>
              </a:rPr>
              <a:t>Hashing</a:t>
            </a:r>
            <a:endParaRPr lang="en-US" dirty="0" smtClean="0">
              <a:solidFill>
                <a:schemeClr val="tx1"/>
              </a:solidFill>
            </a:endParaRPr>
          </a:p>
          <a:p>
            <a:pPr>
              <a:lnSpc>
                <a:spcPct val="200000"/>
              </a:lnSpc>
            </a:pPr>
            <a:r>
              <a:rPr lang="en-US" dirty="0" smtClean="0">
                <a:solidFill>
                  <a:schemeClr val="tx1"/>
                </a:solidFill>
              </a:rPr>
              <a:t>🛠  </a:t>
            </a:r>
            <a:r>
              <a:rPr lang="en-US" dirty="0">
                <a:solidFill>
                  <a:schemeClr val="tx1"/>
                </a:solidFill>
              </a:rPr>
              <a:t>datetime–</a:t>
            </a:r>
            <a:r>
              <a:rPr lang="as-IN" dirty="0">
                <a:solidFill>
                  <a:schemeClr val="tx1"/>
                </a:solidFill>
              </a:rPr>
              <a:t>তারিখ ও সময়</a:t>
            </a:r>
            <a:endParaRPr lang="as-IN" dirty="0">
              <a:solidFill>
                <a:schemeClr val="tx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78765" y="1351915"/>
            <a:ext cx="599313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solidFill>
                  <a:schemeClr val="tx1"/>
                </a:solidFill>
              </a:rPr>
              <a:t>✅ </a:t>
            </a:r>
            <a:r>
              <a:rPr lang="as-IN" dirty="0" smtClean="0">
                <a:solidFill>
                  <a:schemeClr val="tx1"/>
                </a:solidFill>
              </a:rPr>
              <a:t>হোস্টেলের </a:t>
            </a:r>
            <a:r>
              <a:rPr lang="as-IN" dirty="0">
                <a:solidFill>
                  <a:schemeClr val="tx1"/>
                </a:solidFill>
              </a:rPr>
              <a:t>দৈনিক হিসাব স্বয়ংক্রিয় </a:t>
            </a:r>
            <a:r>
              <a:rPr lang="as-IN" dirty="0" smtClean="0">
                <a:solidFill>
                  <a:schemeClr val="tx1"/>
                </a:solidFill>
              </a:rPr>
              <a:t>করা</a:t>
            </a:r>
            <a:endParaRPr lang="en-US" dirty="0" smtClean="0">
              <a:solidFill>
                <a:schemeClr val="tx1"/>
              </a:solidFill>
            </a:endParaRPr>
          </a:p>
          <a:p>
            <a:pPr>
              <a:lnSpc>
                <a:spcPct val="200000"/>
              </a:lnSpc>
            </a:pPr>
            <a:r>
              <a:rPr lang="en-US" dirty="0" smtClean="0">
                <a:solidFill>
                  <a:schemeClr val="tx1"/>
                </a:solidFill>
              </a:rPr>
              <a:t>✅ Meal</a:t>
            </a:r>
            <a:r>
              <a:rPr lang="en-US" dirty="0">
                <a:solidFill>
                  <a:schemeClr val="tx1"/>
                </a:solidFill>
              </a:rPr>
              <a:t>,Prayer,Expense—</a:t>
            </a:r>
            <a:r>
              <a:rPr lang="as-IN" dirty="0">
                <a:solidFill>
                  <a:schemeClr val="tx1"/>
                </a:solidFill>
              </a:rPr>
              <a:t>সব রেকর্ড </a:t>
            </a:r>
            <a:r>
              <a:rPr lang="as-IN" dirty="0" smtClean="0">
                <a:solidFill>
                  <a:schemeClr val="tx1"/>
                </a:solidFill>
              </a:rPr>
              <a:t>এক</a:t>
            </a:r>
            <a:r>
              <a:rPr lang="en-US" altLang="as-IN" dirty="0" smtClean="0">
                <a:solidFill>
                  <a:schemeClr val="tx1"/>
                </a:solidFill>
              </a:rPr>
              <a:t> </a:t>
            </a:r>
            <a:r>
              <a:rPr lang="as-IN" dirty="0">
                <a:solidFill>
                  <a:schemeClr val="tx1"/>
                </a:solidFill>
              </a:rPr>
              <a:t>জায়গায় </a:t>
            </a:r>
            <a:r>
              <a:rPr lang="as-IN" dirty="0" smtClean="0">
                <a:solidFill>
                  <a:schemeClr val="tx1"/>
                </a:solidFill>
              </a:rPr>
              <a:t>রাখা</a:t>
            </a:r>
            <a:endParaRPr lang="en-US" dirty="0" smtClean="0">
              <a:solidFill>
                <a:schemeClr val="tx1"/>
              </a:solidFill>
            </a:endParaRPr>
          </a:p>
          <a:p>
            <a:pPr>
              <a:lnSpc>
                <a:spcPct val="200000"/>
              </a:lnSpc>
            </a:pPr>
            <a:r>
              <a:rPr lang="en-US" dirty="0" smtClean="0">
                <a:solidFill>
                  <a:schemeClr val="tx1"/>
                </a:solidFill>
              </a:rPr>
              <a:t>✅ Admin </a:t>
            </a:r>
            <a:r>
              <a:rPr lang="as-IN" dirty="0">
                <a:solidFill>
                  <a:schemeClr val="tx1"/>
                </a:solidFill>
              </a:rPr>
              <a:t>ও</a:t>
            </a:r>
            <a:r>
              <a:rPr lang="en-US" altLang="as-IN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User </a:t>
            </a:r>
            <a:r>
              <a:rPr lang="as-IN" dirty="0">
                <a:solidFill>
                  <a:schemeClr val="tx1"/>
                </a:solidFill>
              </a:rPr>
              <a:t>লগইন ও নিরাপদ ডাটা </a:t>
            </a:r>
            <a:r>
              <a:rPr lang="as-IN" dirty="0" smtClean="0">
                <a:solidFill>
                  <a:schemeClr val="tx1"/>
                </a:solidFill>
              </a:rPr>
              <a:t>সঞ্চয়</a:t>
            </a:r>
            <a:endParaRPr lang="en-US" dirty="0" smtClean="0">
              <a:solidFill>
                <a:schemeClr val="tx1"/>
              </a:solidFill>
            </a:endParaRPr>
          </a:p>
          <a:p>
            <a:pPr>
              <a:lnSpc>
                <a:spcPct val="200000"/>
              </a:lnSpc>
            </a:pPr>
            <a:r>
              <a:rPr lang="en-US" dirty="0" smtClean="0">
                <a:solidFill>
                  <a:schemeClr val="tx1"/>
                </a:solidFill>
              </a:rPr>
              <a:t>✅ </a:t>
            </a:r>
            <a:r>
              <a:rPr lang="as-IN" dirty="0" smtClean="0">
                <a:solidFill>
                  <a:schemeClr val="tx1"/>
                </a:solidFill>
              </a:rPr>
              <a:t>দ্রুত </a:t>
            </a:r>
            <a:r>
              <a:rPr lang="en-US" dirty="0">
                <a:solidFill>
                  <a:schemeClr val="tx1"/>
                </a:solidFill>
              </a:rPr>
              <a:t>Summary </a:t>
            </a:r>
            <a:r>
              <a:rPr lang="as-IN" dirty="0">
                <a:solidFill>
                  <a:schemeClr val="tx1"/>
                </a:solidFill>
              </a:rPr>
              <a:t>ও হিসাব </a:t>
            </a:r>
            <a:r>
              <a:rPr lang="as-IN" dirty="0" smtClean="0">
                <a:solidFill>
                  <a:schemeClr val="tx1"/>
                </a:solidFill>
              </a:rPr>
              <a:t>বিশ্লেষণ</a:t>
            </a:r>
            <a:endParaRPr lang="en-US" dirty="0" smtClean="0">
              <a:solidFill>
                <a:schemeClr val="tx1"/>
              </a:solidFill>
            </a:endParaRPr>
          </a:p>
          <a:p>
            <a:pPr>
              <a:lnSpc>
                <a:spcPct val="200000"/>
              </a:lnSpc>
            </a:pPr>
            <a:r>
              <a:rPr lang="en-US" dirty="0" smtClean="0">
                <a:solidFill>
                  <a:schemeClr val="tx1"/>
                </a:solidFill>
              </a:rPr>
              <a:t>✅ Chart </a:t>
            </a:r>
            <a:r>
              <a:rPr lang="as-IN" dirty="0">
                <a:solidFill>
                  <a:schemeClr val="tx1"/>
                </a:solidFill>
              </a:rPr>
              <a:t>ও রিপোর্ট সিস্টেম তৈরি করা</a:t>
            </a:r>
            <a:endParaRPr lang="as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1136015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795" y="193675"/>
            <a:ext cx="11471275" cy="942340"/>
          </a:xfrm>
        </p:spPr>
        <p:txBody>
          <a:bodyPr/>
          <a:lstStyle/>
          <a:p>
            <a:pPr algn="ctr"/>
            <a:r>
              <a:rPr lang="en-US" altLang="en-US" sz="3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Features of Our Hostel Management System</a:t>
            </a:r>
            <a:endParaRPr lang="en-US" altLang="en-US" sz="3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-6985" y="1137285"/>
            <a:ext cx="12198350" cy="5720080"/>
          </a:xfrm>
          <a:prstGeom prst="rect">
            <a:avLst/>
          </a:prstGeom>
          <a:solidFill>
            <a:schemeClr val="bg2">
              <a:lumMod val="75000"/>
              <a:alpha val="87000"/>
            </a:schemeClr>
          </a:solidFill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yam Rupali" panose="02000500000000020004" charset="0"/>
                <a:cs typeface="Siyam Rupali" panose="02000500000000020004" charset="0"/>
              </a:rPr>
              <a:t>🔹 </a:t>
            </a:r>
            <a:r>
              <a:rPr lang="en-US" sz="2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yam Rupali" panose="02000500000000020004" charset="0"/>
                <a:cs typeface="Siyam Rupali" panose="02000500000000020004" charset="0"/>
              </a:rPr>
              <a:t>Student Entry System:</a:t>
            </a:r>
            <a:r>
              <a:rPr lang="en-US" sz="2200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yam Rupali" panose="02000500000000020004" charset="0"/>
                <a:cs typeface="Siyam Rupali" panose="02000500000000020004" charset="0"/>
              </a:rPr>
              <a:t>– </a:t>
            </a:r>
            <a:r>
              <a:rPr lang="en-US" sz="2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yam Rupali" panose="02000500000000020004" charset="0"/>
                <a:cs typeface="Siyam Rupali" panose="02000500000000020004" charset="0"/>
              </a:rPr>
              <a:t>Roll, Name, Religion, Prayer, Meal </a:t>
            </a:r>
            <a:r>
              <a:rPr lang="en-US" sz="2200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yam Rupali" panose="02000500000000020004" charset="0"/>
                <a:cs typeface="Siyam Rupali" panose="02000500000000020004" charset="0"/>
              </a:rPr>
              <a:t>Count etc.</a:t>
            </a:r>
            <a:endParaRPr lang="en-US" sz="2200" dirty="0" smtClean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iyam Rupali" panose="02000500000000020004" charset="0"/>
              <a:cs typeface="Siyam Rupali" panose="02000500000000020004" charset="0"/>
            </a:endParaRPr>
          </a:p>
          <a:p>
            <a:pPr>
              <a:lnSpc>
                <a:spcPct val="150000"/>
              </a:lnSpc>
            </a:pPr>
            <a:r>
              <a:rPr lang="en-US" sz="2200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yam Rupali" panose="02000500000000020004" charset="0"/>
                <a:cs typeface="Siyam Rupali" panose="02000500000000020004" charset="0"/>
              </a:rPr>
              <a:t>🔹 </a:t>
            </a:r>
            <a:r>
              <a:rPr lang="en-US" sz="2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yam Rupali" panose="02000500000000020004" charset="0"/>
                <a:cs typeface="Siyam Rupali" panose="02000500000000020004" charset="0"/>
              </a:rPr>
              <a:t>Expense Management :</a:t>
            </a:r>
            <a:r>
              <a:rPr lang="en-US" sz="2200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yam Rupali" panose="02000500000000020004" charset="0"/>
                <a:cs typeface="Siyam Rupali" panose="02000500000000020004" charset="0"/>
              </a:rPr>
              <a:t>– </a:t>
            </a:r>
            <a:r>
              <a:rPr lang="en-US" sz="2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yam Rupali" panose="02000500000000020004" charset="0"/>
                <a:cs typeface="Siyam Rupali" panose="02000500000000020004" charset="0"/>
              </a:rPr>
              <a:t>Mess, Hostel, Electricity, Inventory </a:t>
            </a:r>
            <a:r>
              <a:rPr lang="en-US" sz="2200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yam Rupali" panose="02000500000000020004" charset="0"/>
                <a:cs typeface="Siyam Rupali" panose="02000500000000020004" charset="0"/>
              </a:rPr>
              <a:t>Cost.</a:t>
            </a:r>
            <a:endParaRPr lang="en-US" sz="2200" dirty="0" smtClean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iyam Rupali" panose="02000500000000020004" charset="0"/>
              <a:cs typeface="Siyam Rupali" panose="02000500000000020004" charset="0"/>
            </a:endParaRPr>
          </a:p>
          <a:p>
            <a:pPr>
              <a:lnSpc>
                <a:spcPct val="150000"/>
              </a:lnSpc>
            </a:pPr>
            <a:r>
              <a:rPr lang="en-US" sz="2200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yam Rupali" panose="02000500000000020004" charset="0"/>
                <a:cs typeface="Siyam Rupali" panose="02000500000000020004" charset="0"/>
              </a:rPr>
              <a:t>🔹 </a:t>
            </a:r>
            <a:r>
              <a:rPr lang="en-US" sz="2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yam Rupali" panose="02000500000000020004" charset="0"/>
                <a:cs typeface="Siyam Rupali" panose="02000500000000020004" charset="0"/>
              </a:rPr>
              <a:t>Penalty System:</a:t>
            </a:r>
            <a:r>
              <a:rPr lang="en-US" sz="2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yam Rupali" panose="02000500000000020004" charset="0"/>
                <a:cs typeface="Siyam Rupali" panose="02000500000000020004" charset="0"/>
              </a:rPr>
              <a:t>– </a:t>
            </a:r>
            <a:r>
              <a:rPr lang="en-US" sz="2200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yam Rupali" panose="02000500000000020004" charset="0"/>
                <a:cs typeface="Siyam Rupali" panose="02000500000000020004" charset="0"/>
              </a:rPr>
              <a:t>Prayer </a:t>
            </a:r>
            <a:r>
              <a:rPr lang="as-IN" sz="2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Kalpurush ANSI" panose="02000000000000000000" charset="0"/>
                <a:cs typeface="Kalpurush ANSI" panose="02000000000000000000" charset="0"/>
              </a:rPr>
              <a:t>না করলে স্বয়ংক্রিয়ভাবে</a:t>
            </a:r>
            <a:r>
              <a:rPr lang="as-IN" sz="2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yam Rupali" panose="02000500000000020004" charset="0"/>
                <a:cs typeface="Siyam Rupali" panose="02000500000000020004" charset="0"/>
              </a:rPr>
              <a:t> </a:t>
            </a:r>
            <a:r>
              <a:rPr lang="en-US" sz="2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yam Rupali" panose="02000500000000020004" charset="0"/>
                <a:cs typeface="Siyam Rupali" panose="02000500000000020004" charset="0"/>
              </a:rPr>
              <a:t>Penalty </a:t>
            </a:r>
            <a:r>
              <a:rPr lang="as-IN" sz="2200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Kalpurush ANSI" panose="02000000000000000000" charset="0"/>
                <a:cs typeface="Kalpurush ANSI" panose="02000000000000000000" charset="0"/>
              </a:rPr>
              <a:t>হিসাব</a:t>
            </a:r>
            <a:endParaRPr lang="en-US" sz="2200" dirty="0" smtClean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iyam Rupali" panose="02000500000000020004" charset="0"/>
              <a:cs typeface="Siyam Rupali" panose="02000500000000020004" charset="0"/>
            </a:endParaRPr>
          </a:p>
          <a:p>
            <a:pPr>
              <a:lnSpc>
                <a:spcPct val="150000"/>
              </a:lnSpc>
            </a:pPr>
            <a:r>
              <a:rPr lang="en-US" sz="2200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yam Rupali" panose="02000500000000020004" charset="0"/>
                <a:cs typeface="Siyam Rupali" panose="02000500000000020004" charset="0"/>
              </a:rPr>
              <a:t>🔹 </a:t>
            </a:r>
            <a:r>
              <a:rPr lang="en-US" sz="2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yam Rupali" panose="02000500000000020004" charset="0"/>
                <a:cs typeface="Siyam Rupali" panose="02000500000000020004" charset="0"/>
              </a:rPr>
              <a:t>Daily Record Table :</a:t>
            </a:r>
            <a:r>
              <a:rPr lang="en-US" sz="2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yam Rupali" panose="02000500000000020004" charset="0"/>
                <a:cs typeface="Siyam Rupali" panose="02000500000000020004" charset="0"/>
              </a:rPr>
              <a:t>– </a:t>
            </a:r>
            <a:r>
              <a:rPr lang="as-IN" sz="2200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Kalpurush ANSI" panose="02000000000000000000" charset="0"/>
                <a:cs typeface="Kalpurush ANSI" panose="02000000000000000000" charset="0"/>
              </a:rPr>
              <a:t>প্রতিদিনের </a:t>
            </a:r>
            <a:r>
              <a:rPr lang="as-IN" sz="2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Kalpurush ANSI" panose="02000000000000000000" charset="0"/>
                <a:cs typeface="Kalpurush ANSI" panose="02000000000000000000" charset="0"/>
              </a:rPr>
              <a:t>সব তথ্য স্বয়ংক্রিয়ভাবে টেবিলে </a:t>
            </a:r>
            <a:r>
              <a:rPr lang="as-IN" sz="2200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Kalpurush ANSI" panose="02000000000000000000" charset="0"/>
                <a:cs typeface="Kalpurush ANSI" panose="02000000000000000000" charset="0"/>
              </a:rPr>
              <a:t>দেখায়</a:t>
            </a:r>
            <a:endParaRPr lang="en-US" sz="2200" dirty="0" smtClean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Kalpurush ANSI" panose="02000000000000000000" charset="0"/>
              <a:cs typeface="Kalpurush ANSI" panose="02000000000000000000" charset="0"/>
            </a:endParaRPr>
          </a:p>
          <a:p>
            <a:pPr>
              <a:lnSpc>
                <a:spcPct val="150000"/>
              </a:lnSpc>
            </a:pPr>
            <a:r>
              <a:rPr lang="en-US" sz="2200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yam Rupali" panose="02000500000000020004" charset="0"/>
                <a:cs typeface="Siyam Rupali" panose="02000500000000020004" charset="0"/>
              </a:rPr>
              <a:t>🔹 </a:t>
            </a:r>
            <a:r>
              <a:rPr lang="en-US" sz="2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yam Rupali" panose="02000500000000020004" charset="0"/>
                <a:cs typeface="Siyam Rupali" panose="02000500000000020004" charset="0"/>
              </a:rPr>
              <a:t>Summary Filter:</a:t>
            </a:r>
            <a:r>
              <a:rPr lang="en-US" sz="2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yam Rupali" panose="02000500000000020004" charset="0"/>
                <a:cs typeface="Siyam Rupali" panose="02000500000000020004" charset="0"/>
              </a:rPr>
              <a:t>–</a:t>
            </a:r>
            <a:r>
              <a:rPr lang="en-US" sz="2200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yam Rupali" panose="02000500000000020004" charset="0"/>
                <a:cs typeface="Siyam Rupali" panose="02000500000000020004" charset="0"/>
              </a:rPr>
              <a:t> </a:t>
            </a:r>
            <a:r>
              <a:rPr lang="as-IN" sz="2200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Kalpurush ANSI" panose="02000000000000000000" charset="0"/>
                <a:cs typeface="Kalpurush ANSI" panose="02000000000000000000" charset="0"/>
              </a:rPr>
              <a:t>নির্দিষ্ট </a:t>
            </a:r>
            <a:r>
              <a:rPr lang="en-US" sz="2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yam Rupali" panose="02000500000000020004" charset="0"/>
                <a:cs typeface="Siyam Rupali" panose="02000500000000020004" charset="0"/>
              </a:rPr>
              <a:t>Roll </a:t>
            </a:r>
            <a:r>
              <a:rPr lang="as-IN" sz="2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Verdana" panose="020B0604030504040204" charset="0"/>
                <a:cs typeface="Verdana" panose="020B0604030504040204" charset="0"/>
              </a:rPr>
              <a:t>দিয়ে </a:t>
            </a:r>
            <a:r>
              <a:rPr lang="en-US" sz="2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yam Rupali" panose="02000500000000020004" charset="0"/>
                <a:cs typeface="Siyam Rupali" panose="02000500000000020004" charset="0"/>
              </a:rPr>
              <a:t>Date, Month, Year </a:t>
            </a:r>
            <a:r>
              <a:rPr lang="as-IN" sz="2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Kalpurush ANSI" panose="02000000000000000000" charset="0"/>
                <a:cs typeface="Kalpurush ANSI" panose="02000000000000000000" charset="0"/>
              </a:rPr>
              <a:t>অনুযায়ী হিসাব দেখা </a:t>
            </a:r>
            <a:r>
              <a:rPr lang="as-IN" sz="2200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Kalpurush ANSI" panose="02000000000000000000" charset="0"/>
                <a:cs typeface="Kalpurush ANSI" panose="02000000000000000000" charset="0"/>
              </a:rPr>
              <a:t>যায়</a:t>
            </a:r>
            <a:endParaRPr lang="en-US" sz="2200" dirty="0" smtClean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Kalpurush ANSI" panose="02000000000000000000" charset="0"/>
              <a:cs typeface="Kalpurush ANSI" panose="02000000000000000000" charset="0"/>
            </a:endParaRPr>
          </a:p>
          <a:p>
            <a:pPr>
              <a:lnSpc>
                <a:spcPct val="150000"/>
              </a:lnSpc>
            </a:pPr>
            <a:r>
              <a:rPr lang="en-US" sz="2200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yam Rupali" panose="02000500000000020004" charset="0"/>
                <a:cs typeface="Siyam Rupali" panose="02000500000000020004" charset="0"/>
              </a:rPr>
              <a:t>🔹 </a:t>
            </a:r>
            <a:r>
              <a:rPr lang="en-US" sz="2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yam Rupali" panose="02000500000000020004" charset="0"/>
                <a:cs typeface="Siyam Rupali" panose="02000500000000020004" charset="0"/>
              </a:rPr>
              <a:t>Auto Generated Bar Chart :</a:t>
            </a:r>
            <a:r>
              <a:rPr lang="en-US" sz="2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yam Rupali" panose="02000500000000020004" charset="0"/>
                <a:cs typeface="Siyam Rupali" panose="02000500000000020004" charset="0"/>
              </a:rPr>
              <a:t>– </a:t>
            </a:r>
            <a:r>
              <a:rPr lang="en-US" sz="2200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yam Rupali" panose="02000500000000020004" charset="0"/>
                <a:cs typeface="Siyam Rupali" panose="02000500000000020004" charset="0"/>
              </a:rPr>
              <a:t>Summary </a:t>
            </a:r>
            <a:r>
              <a:rPr lang="as-IN" sz="2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Kalpurush ANSI" panose="02000000000000000000" charset="0"/>
                <a:cs typeface="Kalpurush ANSI" panose="02000000000000000000" charset="0"/>
              </a:rPr>
              <a:t>দেখার পর সিস্টেম নিজেই রিপোর্ট তৈরি </a:t>
            </a:r>
            <a:r>
              <a:rPr lang="as-IN" sz="2200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Kalpurush ANSI" panose="02000000000000000000" charset="0"/>
                <a:cs typeface="Kalpurush ANSI" panose="02000000000000000000" charset="0"/>
              </a:rPr>
              <a:t>করে</a:t>
            </a:r>
            <a:endParaRPr lang="en-US" sz="2200" dirty="0" smtClean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iyam Rupali" panose="02000500000000020004" charset="0"/>
              <a:cs typeface="Siyam Rupali" panose="02000500000000020004" charset="0"/>
            </a:endParaRPr>
          </a:p>
          <a:p>
            <a:pPr>
              <a:lnSpc>
                <a:spcPct val="150000"/>
              </a:lnSpc>
            </a:pPr>
            <a:r>
              <a:rPr lang="en-US" sz="2200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yam Rupali" panose="02000500000000020004" charset="0"/>
                <a:cs typeface="Siyam Rupali" panose="02000500000000020004" charset="0"/>
              </a:rPr>
              <a:t>🔹 </a:t>
            </a:r>
            <a:r>
              <a:rPr lang="en-US" sz="2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yam Rupali" panose="02000500000000020004" charset="0"/>
                <a:cs typeface="Siyam Rupali" panose="02000500000000020004" charset="0"/>
              </a:rPr>
              <a:t>Notice Board :</a:t>
            </a:r>
            <a:r>
              <a:rPr lang="en-US" sz="2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yam Rupali" panose="02000500000000020004" charset="0"/>
                <a:cs typeface="Siyam Rupali" panose="02000500000000020004" charset="0"/>
              </a:rPr>
              <a:t>–</a:t>
            </a:r>
            <a:r>
              <a:rPr lang="en-US" sz="2200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yam Rupali" panose="02000500000000020004" charset="0"/>
                <a:cs typeface="Siyam Rupali" panose="02000500000000020004" charset="0"/>
              </a:rPr>
              <a:t> </a:t>
            </a:r>
            <a:r>
              <a:rPr lang="as-IN" sz="2200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Kalpurush ANSI" panose="02000000000000000000" charset="0"/>
                <a:cs typeface="Kalpurush ANSI" panose="02000000000000000000" charset="0"/>
              </a:rPr>
              <a:t>গুরুত্বপূর্ণ </a:t>
            </a:r>
            <a:r>
              <a:rPr lang="as-IN" sz="2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Kalpurush ANSI" panose="02000000000000000000" charset="0"/>
                <a:cs typeface="Kalpurush ANSI" panose="02000000000000000000" charset="0"/>
              </a:rPr>
              <a:t>মেসেজ দেখানোর </a:t>
            </a:r>
            <a:r>
              <a:rPr lang="as-IN" sz="2200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Kalpurush ANSI" panose="02000000000000000000" charset="0"/>
                <a:cs typeface="Kalpurush ANSI" panose="02000000000000000000" charset="0"/>
              </a:rPr>
              <a:t>জন্য</a:t>
            </a:r>
            <a:endParaRPr lang="en-US" sz="2200" dirty="0" smtClean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iyam Rupali" panose="02000500000000020004" charset="0"/>
              <a:cs typeface="Siyam Rupali" panose="02000500000000020004" charset="0"/>
            </a:endParaRPr>
          </a:p>
          <a:p>
            <a:pPr>
              <a:lnSpc>
                <a:spcPct val="150000"/>
              </a:lnSpc>
            </a:pPr>
            <a:r>
              <a:rPr lang="en-US" sz="2200" b="1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yam Rupali" panose="02000500000000020004" charset="0"/>
                <a:cs typeface="Siyam Rupali" panose="02000500000000020004" charset="0"/>
              </a:rPr>
              <a:t>🔹 </a:t>
            </a:r>
            <a:r>
              <a:rPr lang="en-US" sz="2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yam Rupali" panose="02000500000000020004" charset="0"/>
                <a:cs typeface="Siyam Rupali" panose="02000500000000020004" charset="0"/>
              </a:rPr>
              <a:t>Theme System :</a:t>
            </a:r>
            <a:r>
              <a:rPr lang="en-US" sz="2200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yam Rupali" panose="02000500000000020004" charset="0"/>
                <a:cs typeface="Siyam Rupali" panose="02000500000000020004" charset="0"/>
              </a:rPr>
              <a:t>– </a:t>
            </a:r>
            <a:r>
              <a:rPr lang="en-US" sz="2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yam Rupali" panose="02000500000000020004" charset="0"/>
                <a:cs typeface="Siyam Rupali" panose="02000500000000020004" charset="0"/>
              </a:rPr>
              <a:t>Light </a:t>
            </a:r>
            <a:r>
              <a:rPr lang="as-IN" sz="2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Verdana" panose="020B0604030504040204" charset="0"/>
                <a:cs typeface="Verdana" panose="020B0604030504040204" charset="0"/>
              </a:rPr>
              <a:t>এবং</a:t>
            </a:r>
            <a:r>
              <a:rPr lang="as-IN" sz="2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yam Rupali" panose="02000500000000020004" charset="0"/>
                <a:cs typeface="Siyam Rupali" panose="02000500000000020004" charset="0"/>
              </a:rPr>
              <a:t> </a:t>
            </a:r>
            <a:r>
              <a:rPr lang="en-US" sz="2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yam Rupali" panose="02000500000000020004" charset="0"/>
                <a:cs typeface="Siyam Rupali" panose="02000500000000020004" charset="0"/>
              </a:rPr>
              <a:t>Dark </a:t>
            </a:r>
            <a:r>
              <a:rPr lang="as-IN" sz="2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Verdana" panose="020B0604030504040204" charset="0"/>
                <a:cs typeface="Verdana" panose="020B0604030504040204" charset="0"/>
              </a:rPr>
              <a:t>দুই </a:t>
            </a:r>
            <a:r>
              <a:rPr lang="as-IN" sz="2200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Verdana" panose="020B0604030504040204" charset="0"/>
                <a:cs typeface="Verdana" panose="020B0604030504040204" charset="0"/>
              </a:rPr>
              <a:t>মোড</a:t>
            </a:r>
            <a:endParaRPr lang="en-US" sz="2200" dirty="0" smtClean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iyam Rupali" panose="02000500000000020004" charset="0"/>
              <a:cs typeface="Siyam Rupali" panose="02000500000000020004" charset="0"/>
            </a:endParaRPr>
          </a:p>
          <a:p>
            <a:pPr>
              <a:lnSpc>
                <a:spcPct val="150000"/>
              </a:lnSpc>
            </a:pPr>
            <a:r>
              <a:rPr lang="en-US" sz="2200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yam Rupali" panose="02000500000000020004" charset="0"/>
                <a:cs typeface="Siyam Rupali" panose="02000500000000020004" charset="0"/>
              </a:rPr>
              <a:t>🔹 </a:t>
            </a:r>
            <a:r>
              <a:rPr lang="en-US" sz="2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yam Rupali" panose="02000500000000020004" charset="0"/>
                <a:cs typeface="Siyam Rupali" panose="02000500000000020004" charset="0"/>
              </a:rPr>
              <a:t>Secure Login :</a:t>
            </a:r>
            <a:r>
              <a:rPr lang="en-US" sz="2200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yam Rupali" panose="02000500000000020004" charset="0"/>
                <a:cs typeface="Siyam Rupali" panose="02000500000000020004" charset="0"/>
              </a:rPr>
              <a:t>– </a:t>
            </a:r>
            <a:r>
              <a:rPr lang="en-US" sz="2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yam Rupali" panose="02000500000000020004" charset="0"/>
                <a:cs typeface="Siyam Rupali" panose="02000500000000020004" charset="0"/>
              </a:rPr>
              <a:t>Password Hashing + JSON Based </a:t>
            </a:r>
            <a:r>
              <a:rPr lang="en-US" sz="2200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yam Rupali" panose="02000500000000020004" charset="0"/>
                <a:cs typeface="Siyam Rupali" panose="02000500000000020004" charset="0"/>
              </a:rPr>
              <a:t>Authentication.</a:t>
            </a:r>
            <a:endParaRPr lang="en-US" sz="2200" dirty="0" smtClean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iyam Rupali" panose="02000500000000020004" charset="0"/>
              <a:cs typeface="Siyam Rupali" panose="02000500000000020004" charset="0"/>
            </a:endParaRPr>
          </a:p>
          <a:p>
            <a:pPr>
              <a:lnSpc>
                <a:spcPct val="150000"/>
              </a:lnSpc>
            </a:pPr>
            <a:r>
              <a:rPr lang="en-US" sz="2200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yam Rupali" panose="02000500000000020004" charset="0"/>
                <a:cs typeface="Siyam Rupali" panose="02000500000000020004" charset="0"/>
              </a:rPr>
              <a:t>🔹 </a:t>
            </a:r>
            <a:r>
              <a:rPr lang="en-US" sz="2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yam Rupali" panose="02000500000000020004" charset="0"/>
                <a:cs typeface="Siyam Rupali" panose="02000500000000020004" charset="0"/>
              </a:rPr>
              <a:t>CSV Data Storage :</a:t>
            </a:r>
            <a:r>
              <a:rPr lang="en-US" sz="2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yam Rupali" panose="02000500000000020004" charset="0"/>
                <a:cs typeface="Siyam Rupali" panose="02000500000000020004" charset="0"/>
              </a:rPr>
              <a:t>– </a:t>
            </a:r>
            <a:r>
              <a:rPr lang="en-US" sz="2200" dirty="0" smtClean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yam Rupali" panose="02000500000000020004" charset="0"/>
                <a:cs typeface="Siyam Rupali" panose="02000500000000020004" charset="0"/>
              </a:rPr>
              <a:t>Lightweight</a:t>
            </a:r>
            <a:r>
              <a:rPr lang="en-US" sz="2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iyam Rupali" panose="02000500000000020004" charset="0"/>
                <a:cs typeface="Siyam Rupali" panose="02000500000000020004" charset="0"/>
              </a:rPr>
              <a:t>, readable, easy to handle.</a:t>
            </a:r>
            <a:endParaRPr lang="en-US" sz="2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iyam Rupali" panose="02000500000000020004" charset="0"/>
              <a:cs typeface="Siyam Rupali" panose="020005000000000200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tint val="64000"/>
                  <a:lumMod val="118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 w="31750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15875"/>
            <a:ext cx="12192000" cy="97282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0723" y="157211"/>
            <a:ext cx="11545889" cy="875568"/>
          </a:xfrm>
        </p:spPr>
        <p:txBody>
          <a:bodyPr/>
          <a:lstStyle/>
          <a:p>
            <a:pPr algn="ctr"/>
            <a:r>
              <a:rPr lang="en-US" altLang="en-US" sz="3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Challenges We Faced During Development</a:t>
            </a:r>
            <a:endParaRPr lang="en-US" altLang="en-US" sz="3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0723" y="1063657"/>
            <a:ext cx="11731980" cy="3476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200" b="1" dirty="0">
                <a:solidFill>
                  <a:schemeClr val="accent1"/>
                </a:solidFill>
              </a:rPr>
              <a:t>❌</a:t>
            </a:r>
            <a:r>
              <a:rPr lang="en-US" sz="2200" b="1" dirty="0">
                <a:solidFill>
                  <a:sysClr val="windowText" lastClr="000000"/>
                </a:solidFill>
              </a:rPr>
              <a:t> Login System-</a:t>
            </a:r>
            <a:r>
              <a:rPr lang="as-IN" sz="2200" b="1" dirty="0">
                <a:solidFill>
                  <a:sysClr val="windowText" lastClr="000000"/>
                </a:solidFill>
              </a:rPr>
              <a:t>এর </a:t>
            </a:r>
            <a:r>
              <a:rPr lang="en-US" sz="2200" b="1" dirty="0">
                <a:solidFill>
                  <a:sysClr val="windowText" lastClr="000000"/>
                </a:solidFill>
              </a:rPr>
              <a:t>Security </a:t>
            </a:r>
            <a:r>
              <a:rPr lang="as-IN" sz="2200" b="1" dirty="0">
                <a:solidFill>
                  <a:sysClr val="windowText" lastClr="000000"/>
                </a:solidFill>
              </a:rPr>
              <a:t>নিশ্চিত </a:t>
            </a:r>
            <a:r>
              <a:rPr lang="as-IN" sz="2200" b="1" dirty="0" smtClean="0">
                <a:solidFill>
                  <a:sysClr val="windowText" lastClr="000000"/>
                </a:solidFill>
              </a:rPr>
              <a:t>করা</a:t>
            </a:r>
            <a:endParaRPr lang="en-US" sz="2200" b="1" dirty="0" smtClean="0">
              <a:solidFill>
                <a:sysClr val="windowText" lastClr="000000"/>
              </a:solidFill>
            </a:endParaRPr>
          </a:p>
          <a:p>
            <a:pPr>
              <a:lnSpc>
                <a:spcPct val="200000"/>
              </a:lnSpc>
            </a:pPr>
            <a:r>
              <a:rPr lang="en-US" sz="2200" b="1" dirty="0" smtClean="0">
                <a:solidFill>
                  <a:schemeClr val="accent1"/>
                </a:solidFill>
              </a:rPr>
              <a:t>❌</a:t>
            </a:r>
            <a:r>
              <a:rPr lang="en-US" sz="2200" b="1" dirty="0" smtClean="0">
                <a:solidFill>
                  <a:sysClr val="windowText" lastClr="000000"/>
                </a:solidFill>
              </a:rPr>
              <a:t> </a:t>
            </a:r>
            <a:r>
              <a:rPr lang="en-US" sz="2200" b="1" dirty="0">
                <a:solidFill>
                  <a:sysClr val="windowText" lastClr="000000"/>
                </a:solidFill>
              </a:rPr>
              <a:t>CSV Data </a:t>
            </a:r>
            <a:r>
              <a:rPr lang="as-IN" sz="2200" b="1" dirty="0">
                <a:solidFill>
                  <a:sysClr val="windowText" lastClr="000000"/>
                </a:solidFill>
              </a:rPr>
              <a:t>সঠিকভাবে </a:t>
            </a:r>
            <a:r>
              <a:rPr lang="en-US" sz="2200" b="1" dirty="0">
                <a:solidFill>
                  <a:sysClr val="windowText" lastClr="000000"/>
                </a:solidFill>
              </a:rPr>
              <a:t>Validate </a:t>
            </a:r>
            <a:r>
              <a:rPr lang="as-IN" sz="2200" b="1" dirty="0">
                <a:solidFill>
                  <a:sysClr val="windowText" lastClr="000000"/>
                </a:solidFill>
              </a:rPr>
              <a:t>ও </a:t>
            </a:r>
            <a:r>
              <a:rPr lang="en-US" sz="2200" b="1" dirty="0">
                <a:solidFill>
                  <a:sysClr val="windowText" lastClr="000000"/>
                </a:solidFill>
              </a:rPr>
              <a:t>Format </a:t>
            </a:r>
            <a:r>
              <a:rPr lang="as-IN" sz="2200" b="1" dirty="0" smtClean="0">
                <a:solidFill>
                  <a:sysClr val="windowText" lastClr="000000"/>
                </a:solidFill>
              </a:rPr>
              <a:t>করা</a:t>
            </a:r>
            <a:endParaRPr lang="en-US" sz="2200" b="1" dirty="0" smtClean="0">
              <a:solidFill>
                <a:sysClr val="windowText" lastClr="000000"/>
              </a:solidFill>
            </a:endParaRPr>
          </a:p>
          <a:p>
            <a:pPr>
              <a:lnSpc>
                <a:spcPct val="200000"/>
              </a:lnSpc>
            </a:pPr>
            <a:r>
              <a:rPr lang="en-US" sz="2200" b="1" dirty="0" smtClean="0">
                <a:solidFill>
                  <a:schemeClr val="accent1"/>
                </a:solidFill>
              </a:rPr>
              <a:t>❌</a:t>
            </a:r>
            <a:r>
              <a:rPr lang="en-US" sz="2200" b="1" dirty="0" smtClean="0">
                <a:solidFill>
                  <a:sysClr val="windowText" lastClr="000000"/>
                </a:solidFill>
              </a:rPr>
              <a:t> </a:t>
            </a:r>
            <a:r>
              <a:rPr lang="en-US" sz="2200" b="1" dirty="0">
                <a:solidFill>
                  <a:sysClr val="windowText" lastClr="000000"/>
                </a:solidFill>
              </a:rPr>
              <a:t>Chart Generate </a:t>
            </a:r>
            <a:r>
              <a:rPr lang="as-IN" sz="2200" b="1" dirty="0">
                <a:solidFill>
                  <a:sysClr val="windowText" lastClr="000000"/>
                </a:solidFill>
              </a:rPr>
              <a:t>করার সময় </a:t>
            </a:r>
            <a:r>
              <a:rPr lang="en-US" sz="2200" b="1" dirty="0">
                <a:solidFill>
                  <a:sysClr val="windowText" lastClr="000000"/>
                </a:solidFill>
              </a:rPr>
              <a:t>Errors </a:t>
            </a:r>
            <a:r>
              <a:rPr lang="as-IN" sz="2200" b="1" dirty="0" smtClean="0">
                <a:solidFill>
                  <a:sysClr val="windowText" lastClr="000000"/>
                </a:solidFill>
              </a:rPr>
              <a:t>আসা</a:t>
            </a:r>
            <a:endParaRPr lang="en-US" sz="2200" b="1" dirty="0" smtClean="0">
              <a:solidFill>
                <a:sysClr val="windowText" lastClr="000000"/>
              </a:solidFill>
            </a:endParaRPr>
          </a:p>
          <a:p>
            <a:pPr>
              <a:lnSpc>
                <a:spcPct val="200000"/>
              </a:lnSpc>
            </a:pPr>
            <a:r>
              <a:rPr lang="en-US" sz="2200" b="1" dirty="0" smtClean="0">
                <a:solidFill>
                  <a:schemeClr val="accent1"/>
                </a:solidFill>
              </a:rPr>
              <a:t>❌</a:t>
            </a:r>
            <a:r>
              <a:rPr lang="en-US" sz="2200" b="1" dirty="0" smtClean="0">
                <a:solidFill>
                  <a:sysClr val="windowText" lastClr="000000"/>
                </a:solidFill>
              </a:rPr>
              <a:t> </a:t>
            </a:r>
            <a:r>
              <a:rPr lang="en-US" sz="2200" b="1" dirty="0">
                <a:solidFill>
                  <a:sysClr val="windowText" lastClr="000000"/>
                </a:solidFill>
              </a:rPr>
              <a:t>Theme Change </a:t>
            </a:r>
            <a:r>
              <a:rPr lang="as-IN" sz="2200" b="1" dirty="0">
                <a:solidFill>
                  <a:sysClr val="windowText" lastClr="000000"/>
                </a:solidFill>
              </a:rPr>
              <a:t>এবং </a:t>
            </a:r>
            <a:r>
              <a:rPr lang="en-US" sz="2200" b="1" dirty="0">
                <a:solidFill>
                  <a:sysClr val="windowText" lastClr="000000"/>
                </a:solidFill>
              </a:rPr>
              <a:t>UI Design </a:t>
            </a:r>
            <a:r>
              <a:rPr lang="as-IN" sz="2200" b="1" dirty="0">
                <a:solidFill>
                  <a:sysClr val="windowText" lastClr="000000"/>
                </a:solidFill>
              </a:rPr>
              <a:t>একসাথে </a:t>
            </a:r>
            <a:r>
              <a:rPr lang="en-US" sz="2200" b="1" dirty="0">
                <a:solidFill>
                  <a:sysClr val="windowText" lastClr="000000"/>
                </a:solidFill>
              </a:rPr>
              <a:t>Balance </a:t>
            </a:r>
            <a:r>
              <a:rPr lang="as-IN" sz="2200" b="1" dirty="0" smtClean="0">
                <a:solidFill>
                  <a:sysClr val="windowText" lastClr="000000"/>
                </a:solidFill>
              </a:rPr>
              <a:t>করা</a:t>
            </a:r>
            <a:endParaRPr lang="en-US" sz="2200" b="1" dirty="0" smtClean="0">
              <a:solidFill>
                <a:sysClr val="windowText" lastClr="000000"/>
              </a:solidFill>
            </a:endParaRPr>
          </a:p>
          <a:p>
            <a:pPr>
              <a:lnSpc>
                <a:spcPct val="200000"/>
              </a:lnSpc>
            </a:pPr>
            <a:r>
              <a:rPr lang="en-US" sz="2200" b="1" dirty="0" smtClean="0">
                <a:solidFill>
                  <a:schemeClr val="accent1"/>
                </a:solidFill>
              </a:rPr>
              <a:t>❌</a:t>
            </a:r>
            <a:r>
              <a:rPr lang="en-US" sz="2200" b="1" dirty="0" smtClean="0">
                <a:solidFill>
                  <a:sysClr val="windowText" lastClr="000000"/>
                </a:solidFill>
              </a:rPr>
              <a:t> </a:t>
            </a:r>
            <a:r>
              <a:rPr lang="en-US" sz="2200" b="1" dirty="0">
                <a:solidFill>
                  <a:sysClr val="windowText" lastClr="000000"/>
                </a:solidFill>
              </a:rPr>
              <a:t>Prayer System </a:t>
            </a:r>
            <a:r>
              <a:rPr lang="as-IN" sz="2200" b="1" dirty="0">
                <a:solidFill>
                  <a:sysClr val="windowText" lastClr="000000"/>
                </a:solidFill>
              </a:rPr>
              <a:t>ও </a:t>
            </a:r>
            <a:r>
              <a:rPr lang="en-US" sz="2200" b="1" dirty="0">
                <a:solidFill>
                  <a:sysClr val="windowText" lastClr="000000"/>
                </a:solidFill>
              </a:rPr>
              <a:t>Penalty Logic Perfect </a:t>
            </a:r>
            <a:r>
              <a:rPr lang="as-IN" sz="2200" b="1" dirty="0">
                <a:solidFill>
                  <a:sysClr val="windowText" lastClr="000000"/>
                </a:solidFill>
              </a:rPr>
              <a:t>করা</a:t>
            </a:r>
            <a:endParaRPr lang="en-US" sz="2200" b="1" dirty="0"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3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1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6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8" dur="1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9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1" dur="1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2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4" dur="1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36" y="2362798"/>
            <a:ext cx="9404723" cy="1400530"/>
          </a:xfrm>
        </p:spPr>
        <p:txBody>
          <a:bodyPr/>
          <a:p>
            <a:pPr algn="ctr"/>
            <a:r>
              <a:rPr lang="en-US" altLang="en-US" sz="80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Any Questions?</a:t>
            </a:r>
            <a:endParaRPr lang="en-US" altLang="en-US" sz="8000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1415" y="749300"/>
            <a:ext cx="8946515" cy="596265"/>
          </a:xfrm>
        </p:spPr>
        <p:txBody>
          <a:bodyPr/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635" y="1906270"/>
            <a:ext cx="7725410" cy="2632075"/>
          </a:xfrm>
        </p:spPr>
        <p:txBody>
          <a:bodyPr/>
          <a:lstStyle/>
          <a:p>
            <a:pPr algn="ctr"/>
            <a:r>
              <a:rPr lang="en-US" sz="75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Elephant" panose="02020904090505020303" pitchFamily="18" charset="0"/>
              </a:rPr>
              <a:t>Thank you For</a:t>
            </a:r>
            <a:br>
              <a:rPr lang="en-US" sz="75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Elephant" panose="02020904090505020303" pitchFamily="18" charset="0"/>
              </a:rPr>
            </a:br>
            <a:r>
              <a:rPr lang="en-US" sz="75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Elephant" panose="02020904090505020303" pitchFamily="18" charset="0"/>
              </a:rPr>
              <a:t> watching.</a:t>
            </a:r>
            <a:endParaRPr lang="en-US" sz="75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Elephant" panose="02020904090505020303" pitchFamily="18" charset="0"/>
            </a:endParaRPr>
          </a:p>
        </p:txBody>
      </p:sp>
      <p:pic>
        <p:nvPicPr>
          <p:cNvPr id="5" name="Picture 4" descr="giphy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2590" y="1906270"/>
            <a:ext cx="3583940" cy="28181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tags/tag1.xml><?xml version="1.0" encoding="utf-8"?>
<p:tagLst xmlns:p="http://schemas.openxmlformats.org/presentationml/2006/main">
  <p:tag name="KSO_WM_DIAGRAM_VIRTUALLY_FRAME" val="{&quot;height&quot;:60.3636220472441,&quot;left&quot;:23.090866141732285,&quot;top&quot;:32,&quot;width&quot;:931.0908661417322}"/>
</p:tagLst>
</file>

<file path=ppt/tags/tag2.xml><?xml version="1.0" encoding="utf-8"?>
<p:tagLst xmlns:p="http://schemas.openxmlformats.org/presentationml/2006/main">
  <p:tag name="KSO_WM_DIAGRAM_VIRTUALLY_FRAME" val="{&quot;height&quot;:60.3636220472441,&quot;left&quot;:23.090866141732285,&quot;top&quot;:32,&quot;width&quot;:931.0908661417322}"/>
</p:tagLst>
</file>

<file path=ppt/tags/tag3.xml><?xml version="1.0" encoding="utf-8"?>
<p:tagLst xmlns:p="http://schemas.openxmlformats.org/presentationml/2006/main">
  <p:tag name="KSO_WM_DIAGRAM_VIRTUALLY_FRAME" val="{&quot;height&quot;:60.3636220472441,&quot;left&quot;:23.090866141732285,&quot;top&quot;:32,&quot;width&quot;:931.0908661417322}"/>
</p:tagLst>
</file>

<file path=ppt/tags/tag4.xml><?xml version="1.0" encoding="utf-8"?>
<p:tagLst xmlns:p="http://schemas.openxmlformats.org/presentationml/2006/main">
  <p:tag name="KSO_WM_DIAGRAM_VIRTUALLY_FRAME" val="{&quot;height&quot;:60.3636220472441,&quot;left&quot;:23.090866141732285,&quot;top&quot;:32,&quot;width&quot;:931.0908661417322}"/>
</p:tagLst>
</file>

<file path=ppt/tags/tag5.xml><?xml version="1.0" encoding="utf-8"?>
<p:tagLst xmlns:p="http://schemas.openxmlformats.org/presentationml/2006/main">
  <p:tag name="KSO_WM_DIAGRAM_VIRTUALLY_FRAME" val="{&quot;height&quot;:60.3636220472441,&quot;left&quot;:23.090866141732285,&quot;top&quot;:32,&quot;width&quot;:931.0908661417322}"/>
</p:tagLst>
</file>

<file path=ppt/tags/tag6.xml><?xml version="1.0" encoding="utf-8"?>
<p:tagLst xmlns:p="http://schemas.openxmlformats.org/presentationml/2006/main">
  <p:tag name="KSO_WM_DIAGRAM_VIRTUALLY_FRAME" val="{&quot;height&quot;:60.3636220472441,&quot;left&quot;:23.090866141732285,&quot;top&quot;:32,&quot;width&quot;:931.0908661417322}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1698</Words>
  <Application>WPS Presentation</Application>
  <PresentationFormat>Widescreen</PresentationFormat>
  <Paragraphs>66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35" baseType="lpstr">
      <vt:lpstr>Arial</vt:lpstr>
      <vt:lpstr>SimSun</vt:lpstr>
      <vt:lpstr>Wingdings</vt:lpstr>
      <vt:lpstr>Wingdings 3</vt:lpstr>
      <vt:lpstr>Symbol</vt:lpstr>
      <vt:lpstr>Arial</vt:lpstr>
      <vt:lpstr>Bahnschrift Light SemiCondensed</vt:lpstr>
      <vt:lpstr>Siyam Rupali</vt:lpstr>
      <vt:lpstr>Elephant</vt:lpstr>
      <vt:lpstr>Segoe Print</vt:lpstr>
      <vt:lpstr>Century Gothic</vt:lpstr>
      <vt:lpstr>Microsoft YaHei</vt:lpstr>
      <vt:lpstr>Arial Unicode MS</vt:lpstr>
      <vt:lpstr>Calibri</vt:lpstr>
      <vt:lpstr>Vrinda</vt:lpstr>
      <vt:lpstr>Kalpurush</vt:lpstr>
      <vt:lpstr>Verdana</vt:lpstr>
      <vt:lpstr>Javanese Text</vt:lpstr>
      <vt:lpstr>Cambria</vt:lpstr>
      <vt:lpstr>Cascadia Mono</vt:lpstr>
      <vt:lpstr>Arial Black</vt:lpstr>
      <vt:lpstr>Times New Roman</vt:lpstr>
      <vt:lpstr>Yu Gothic</vt:lpstr>
      <vt:lpstr>Kalpurush ANSI</vt:lpstr>
      <vt:lpstr>Bahnschrift SemiBold Condensed</vt:lpstr>
      <vt:lpstr>Ion</vt:lpstr>
      <vt:lpstr>Welcome to the  BugBusters Team   Project Presentaion.</vt:lpstr>
      <vt:lpstr>Introducing Our Team Members</vt:lpstr>
      <vt:lpstr>Our Project Overview</vt:lpstr>
      <vt:lpstr>Our Project Overview – Dark Mode </vt:lpstr>
      <vt:lpstr>PowerPoint 演示文稿</vt:lpstr>
      <vt:lpstr>Features of Our Hostel Management System</vt:lpstr>
      <vt:lpstr>Challenges We Faced During Development</vt:lpstr>
      <vt:lpstr>Any Questions?</vt:lpstr>
      <vt:lpstr>Thank you For  watching.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 to  BagBusters Team   Project</dc:title>
  <dc:creator>Emon Golder joy</dc:creator>
  <cp:lastModifiedBy>User</cp:lastModifiedBy>
  <cp:revision>23</cp:revision>
  <dcterms:created xsi:type="dcterms:W3CDTF">2025-11-24T11:04:00Z</dcterms:created>
  <dcterms:modified xsi:type="dcterms:W3CDTF">2025-11-29T14:40:26Z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F7BFEFF86BBF4C559B6E135BA9AC9E36_13</vt:lpwstr>
  </property>
  <property fmtid="{D5CDD505-2E9C-101B-9397-08002B2CF9AE}" pid="3" name="KSOProductBuildVer">
    <vt:lpwstr>1033-12.2.0.23155</vt:lpwstr>
  </property>
</Properties>
</file>