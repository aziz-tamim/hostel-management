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 panose="020B0604020202020204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 panose="020B0604020202020204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image" Target="../media/image4.png"/><Relationship Id="rId20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png"/><Relationship Id="rId18" Type="http://schemas.openxmlformats.org/officeDocument/2006/relationships/image" Target="../media/image1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>
            <a:fillRect/>
          </a:stretch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>
            <a:fillRect/>
          </a:stretch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>
            <a:fillRect/>
          </a:stretch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>
            <a:fillRect/>
          </a:stretch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71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9.jpeg"/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4335" y="1004454"/>
            <a:ext cx="9300609" cy="4057073"/>
          </a:xfrm>
        </p:spPr>
        <p:txBody>
          <a:bodyPr/>
          <a:lstStyle/>
          <a:p>
            <a:pPr algn="ctr"/>
            <a:r>
              <a:rPr lang="en-US" sz="6600" b="1" spc="5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Welcome to</a:t>
            </a:r>
            <a:r>
              <a:rPr lang="en-US" sz="6600" b="1" spc="50" dirty="0" smtClean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6600" b="1" spc="50" dirty="0" smtClean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b="1" dirty="0" err="1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en-US" sz="66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Team  </a:t>
            </a:r>
            <a:br>
              <a:rPr lang="en-US" sz="6600" b="1" spc="50" dirty="0" smtClean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b="1" spc="5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en-US" sz="6600" b="1" spc="50" dirty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ight Triangle 3"/>
          <p:cNvSpPr/>
          <p:nvPr/>
        </p:nvSpPr>
        <p:spPr>
          <a:xfrm>
            <a:off x="-1" y="3121891"/>
            <a:ext cx="3736111" cy="3736109"/>
          </a:xfrm>
          <a:prstGeom prst="rtTriangle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0800000">
            <a:off x="8447056" y="-2"/>
            <a:ext cx="3736109" cy="3736109"/>
          </a:xfrm>
          <a:prstGeom prst="rtTriangle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Triangle 5"/>
          <p:cNvSpPr/>
          <p:nvPr/>
        </p:nvSpPr>
        <p:spPr>
          <a:xfrm rot="16200000">
            <a:off x="9026437" y="3701271"/>
            <a:ext cx="2577349" cy="3736109"/>
          </a:xfrm>
          <a:prstGeom prst="rtTriangle">
            <a:avLst/>
          </a:prstGeom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 flipV="1">
            <a:off x="0" y="27710"/>
            <a:ext cx="3736111" cy="3103417"/>
          </a:xfrm>
          <a:prstGeom prst="rtTriangle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/>
          <p:cNvSpPr/>
          <p:nvPr/>
        </p:nvSpPr>
        <p:spPr>
          <a:xfrm>
            <a:off x="-2" y="3546764"/>
            <a:ext cx="3334329" cy="3311236"/>
          </a:xfrm>
          <a:prstGeom prst="rtTriangle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Triangle 14"/>
          <p:cNvSpPr/>
          <p:nvPr/>
        </p:nvSpPr>
        <p:spPr>
          <a:xfrm>
            <a:off x="-3" y="4005869"/>
            <a:ext cx="2900221" cy="2852131"/>
          </a:xfrm>
          <a:prstGeom prst="rtTriangle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/>
          <p:cNvSpPr/>
          <p:nvPr/>
        </p:nvSpPr>
        <p:spPr>
          <a:xfrm flipV="1">
            <a:off x="-3" y="-6"/>
            <a:ext cx="3269676" cy="2724731"/>
          </a:xfrm>
          <a:prstGeom prst="rtTriangle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ight Triangle 21"/>
          <p:cNvSpPr/>
          <p:nvPr/>
        </p:nvSpPr>
        <p:spPr>
          <a:xfrm rot="16200000">
            <a:off x="9370091" y="4036089"/>
            <a:ext cx="2337203" cy="3306616"/>
          </a:xfrm>
          <a:prstGeom prst="rtTriangle">
            <a:avLst/>
          </a:prstGeom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Triangle 22"/>
          <p:cNvSpPr/>
          <p:nvPr/>
        </p:nvSpPr>
        <p:spPr>
          <a:xfrm rot="16200000">
            <a:off x="9811331" y="4477327"/>
            <a:ext cx="1990436" cy="2770910"/>
          </a:xfrm>
          <a:prstGeom prst="rtTriangle">
            <a:avLst/>
          </a:prstGeom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Triangle 23"/>
          <p:cNvSpPr/>
          <p:nvPr/>
        </p:nvSpPr>
        <p:spPr>
          <a:xfrm rot="10800000">
            <a:off x="9005455" y="-8"/>
            <a:ext cx="3186546" cy="3195789"/>
          </a:xfrm>
          <a:prstGeom prst="rtTriangle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24"/>
          <p:cNvSpPr/>
          <p:nvPr/>
        </p:nvSpPr>
        <p:spPr>
          <a:xfrm rot="10800000">
            <a:off x="9587345" y="-13"/>
            <a:ext cx="2604656" cy="2613903"/>
          </a:xfrm>
          <a:prstGeom prst="rtTriangle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ight Triangle 25"/>
          <p:cNvSpPr/>
          <p:nvPr/>
        </p:nvSpPr>
        <p:spPr>
          <a:xfrm flipV="1">
            <a:off x="-8839" y="1356"/>
            <a:ext cx="2816694" cy="2380270"/>
          </a:xfrm>
          <a:prstGeom prst="rtTriangle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39" t="-1390" r="2339" b="1390"/>
          <a:stretch>
            <a:fillRect/>
          </a:stretch>
        </p:blipFill>
        <p:spPr>
          <a:xfrm>
            <a:off x="6791960" y="4023995"/>
            <a:ext cx="1882140" cy="2004060"/>
          </a:xfrm>
          <a:prstGeom prst="roundRect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" name="Rectangle 3"/>
          <p:cNvSpPr/>
          <p:nvPr/>
        </p:nvSpPr>
        <p:spPr>
          <a:xfrm>
            <a:off x="0" y="1869"/>
            <a:ext cx="12192000" cy="1062046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43000">
                <a:srgbClr val="EE7249">
                  <a:alpha val="100000"/>
                </a:srgb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22330" y="83263"/>
            <a:ext cx="8027523" cy="941973"/>
          </a:xfrm>
        </p:spPr>
        <p:txBody>
          <a:bodyPr/>
          <a:lstStyle/>
          <a:p>
            <a:pPr algn="ctr"/>
            <a:r>
              <a:rPr lang="en-US" sz="3600" b="1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Introduce Our Team </a:t>
            </a:r>
            <a:r>
              <a:rPr lang="en-US" sz="3600" b="1" dirty="0" err="1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Member</a:t>
            </a:r>
            <a:endParaRPr lang="en-US" sz="3600" b="1" dirty="0" err="1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95" t="13007" r="13722" b="20732"/>
          <a:stretch>
            <a:fillRect/>
          </a:stretch>
        </p:blipFill>
        <p:spPr>
          <a:xfrm>
            <a:off x="5142865" y="1208405"/>
            <a:ext cx="1895475" cy="1945005"/>
          </a:xfrm>
          <a:prstGeom prst="roundRect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0" r="14029" b="28216"/>
          <a:stretch>
            <a:fillRect/>
          </a:stretch>
        </p:blipFill>
        <p:spPr>
          <a:xfrm>
            <a:off x="847725" y="4023995"/>
            <a:ext cx="1923415" cy="1986280"/>
          </a:xfrm>
          <a:prstGeom prst="roundRect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71" t="-802" r="1471" b="13125"/>
          <a:stretch>
            <a:fillRect/>
          </a:stretch>
        </p:blipFill>
        <p:spPr>
          <a:xfrm>
            <a:off x="3881755" y="4051935"/>
            <a:ext cx="1802765" cy="2001520"/>
          </a:xfrm>
          <a:prstGeom prst="roundRect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9" name="TextBox 8"/>
          <p:cNvSpPr txBox="1"/>
          <p:nvPr/>
        </p:nvSpPr>
        <p:spPr>
          <a:xfrm>
            <a:off x="4641559" y="3158093"/>
            <a:ext cx="2937164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Team Leader</a:t>
            </a:r>
            <a:endParaRPr lang="en-US" sz="2400" b="1" dirty="0" smtClean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000" b="1" dirty="0" smtClean="0">
                <a:latin typeface="Bahnschrift Light SemiCondensed" panose="020B0502040204020203" charset="0"/>
                <a:cs typeface="Bahnschrift Light SemiCondensed" panose="020B0502040204020203" charset="0"/>
              </a:rPr>
              <a:t>Abdul Aziz</a:t>
            </a:r>
            <a:endParaRPr lang="en-US" sz="2000" b="1" dirty="0">
              <a:latin typeface="Bahnschrift Light SemiCondensed" panose="020B0502040204020203" charset="0"/>
              <a:cs typeface="Bahnschrift Light SemiCondensed" panose="020B0502040204020203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5481" y="6010454"/>
            <a:ext cx="2937164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Assistant</a:t>
            </a:r>
            <a:endParaRPr lang="en-US" sz="2400" b="1" dirty="0" smtClean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  <a:p>
            <a:pPr algn="ctr"/>
            <a:r>
              <a:rPr lang="en-US" sz="2000" b="1" dirty="0" err="1" smtClean="0">
                <a:latin typeface="Bahnschrift Light SemiCondensed" panose="020B0502040204020203" charset="0"/>
                <a:cs typeface="Bahnschrift Light SemiCondensed" panose="020B0502040204020203" charset="0"/>
              </a:rPr>
              <a:t>Shajidul</a:t>
            </a:r>
            <a:r>
              <a:rPr lang="en-US" sz="2000" b="1" dirty="0" smtClean="0">
                <a:latin typeface="Bahnschrift Light SemiCondensed" panose="020B0502040204020203" charset="0"/>
                <a:cs typeface="Bahnschrift Light SemiCondensed" panose="020B0502040204020203" charset="0"/>
              </a:rPr>
              <a:t> </a:t>
            </a:r>
            <a:r>
              <a:rPr lang="en-US" sz="2000" b="1" dirty="0" err="1" smtClean="0">
                <a:latin typeface="Bahnschrift Light SemiCondensed" panose="020B0502040204020203" charset="0"/>
                <a:cs typeface="Bahnschrift Light SemiCondensed" panose="020B0502040204020203" charset="0"/>
              </a:rPr>
              <a:t>islam</a:t>
            </a:r>
            <a:r>
              <a:rPr lang="en-US" sz="2000" b="1" dirty="0" smtClean="0">
                <a:latin typeface="Bahnschrift Light SemiCondensed" panose="020B0502040204020203" charset="0"/>
                <a:cs typeface="Bahnschrift Light SemiCondensed" panose="020B0502040204020203" charset="0"/>
              </a:rPr>
              <a:t> </a:t>
            </a:r>
            <a:endParaRPr lang="en-US" sz="2000" b="1" dirty="0">
              <a:latin typeface="Bahnschrift Light SemiCondensed" panose="020B0502040204020203" charset="0"/>
              <a:cs typeface="Bahnschrift Light SemiCondensed" panose="020B0502040204020203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05203" y="6024524"/>
            <a:ext cx="2937164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Member</a:t>
            </a:r>
            <a:endParaRPr lang="en-US" sz="2400" b="1" dirty="0" smtClean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000" b="1" dirty="0" smtClean="0">
                <a:latin typeface="Bahnschrift Light SemiCondensed" panose="020B0502040204020203" charset="0"/>
                <a:cs typeface="Bahnschrift Light SemiCondensed" panose="020B0502040204020203" charset="0"/>
              </a:rPr>
              <a:t>Ayesha </a:t>
            </a:r>
            <a:r>
              <a:rPr lang="en-US" sz="2000" b="1" dirty="0" err="1" smtClean="0">
                <a:latin typeface="Bahnschrift Light SemiCondensed" panose="020B0502040204020203" charset="0"/>
                <a:cs typeface="Bahnschrift Light SemiCondensed" panose="020B0502040204020203" charset="0"/>
              </a:rPr>
              <a:t>Israt</a:t>
            </a:r>
            <a:r>
              <a:rPr lang="en-US" sz="2000" b="1" dirty="0" smtClean="0">
                <a:latin typeface="Bahnschrift Light SemiCondensed" panose="020B0502040204020203" charset="0"/>
                <a:cs typeface="Bahnschrift Light SemiCondensed" panose="020B0502040204020203" charset="0"/>
              </a:rPr>
              <a:t> </a:t>
            </a:r>
            <a:endParaRPr lang="en-US" sz="2000" b="1" dirty="0">
              <a:latin typeface="Bahnschrift Light SemiCondensed" panose="020B0502040204020203" charset="0"/>
              <a:cs typeface="Bahnschrift Light SemiCondensed" panose="020B0502040204020203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07224" y="6011189"/>
            <a:ext cx="2937164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 dirty="0" err="1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mamber</a:t>
            </a:r>
            <a:endParaRPr lang="en-US" sz="2400" b="1" dirty="0" smtClean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000" b="1" dirty="0" err="1" smtClean="0">
                <a:latin typeface="Bahnschrift Light SemiCondensed" panose="020B0502040204020203" charset="0"/>
                <a:cs typeface="Bahnschrift Light SemiCondensed" panose="020B0502040204020203" charset="0"/>
              </a:rPr>
              <a:t>Pretom</a:t>
            </a:r>
            <a:r>
              <a:rPr lang="en-US" sz="2000" b="1" dirty="0" smtClean="0">
                <a:latin typeface="Bahnschrift Light SemiCondensed" panose="020B0502040204020203" charset="0"/>
                <a:cs typeface="Bahnschrift Light SemiCondensed" panose="020B0502040204020203" charset="0"/>
              </a:rPr>
              <a:t> </a:t>
            </a:r>
            <a:r>
              <a:rPr lang="en-US" sz="2000" b="1" dirty="0" err="1" smtClean="0">
                <a:latin typeface="Bahnschrift Light SemiCondensed" panose="020B0502040204020203" charset="0"/>
                <a:cs typeface="Bahnschrift Light SemiCondensed" panose="020B0502040204020203" charset="0"/>
              </a:rPr>
              <a:t>chakraborty</a:t>
            </a:r>
            <a:r>
              <a:rPr lang="en-US" sz="2000" b="1" dirty="0" smtClean="0">
                <a:latin typeface="Bahnschrift Light SemiCondensed" panose="020B0502040204020203" charset="0"/>
                <a:cs typeface="Bahnschrift Light SemiCondensed" panose="020B0502040204020203" charset="0"/>
              </a:rPr>
              <a:t> </a:t>
            </a:r>
            <a:endParaRPr lang="en-US" sz="2000" b="1" dirty="0">
              <a:latin typeface="Bahnschrift Light SemiCondensed" panose="020B0502040204020203" charset="0"/>
              <a:cs typeface="Bahnschrift Light SemiCondensed" panose="020B0502040204020203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71" t="-802" r="1471" b="13125"/>
          <a:stretch>
            <a:fillRect/>
          </a:stretch>
        </p:blipFill>
        <p:spPr>
          <a:xfrm>
            <a:off x="9753600" y="4015740"/>
            <a:ext cx="1812925" cy="2012950"/>
          </a:xfrm>
          <a:prstGeom prst="roundRect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Box 11"/>
          <p:cNvSpPr txBox="1"/>
          <p:nvPr/>
        </p:nvSpPr>
        <p:spPr>
          <a:xfrm>
            <a:off x="9110114" y="6053734"/>
            <a:ext cx="2937164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 dirty="0" err="1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mamber</a:t>
            </a:r>
            <a:endParaRPr lang="en-US" sz="2400" b="1" dirty="0" smtClean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000" b="1" dirty="0" err="1" smtClean="0">
                <a:latin typeface="Bahnschrift Light SemiCondensed" panose="020B0502040204020203" charset="0"/>
                <a:cs typeface="Bahnschrift Light SemiCondensed" panose="020B0502040204020203" charset="0"/>
              </a:rPr>
              <a:t>Eanur Sima</a:t>
            </a:r>
            <a:endParaRPr lang="en-US" sz="2000" b="1" dirty="0">
              <a:latin typeface="Bahnschrift Light SemiCondensed" panose="020B0502040204020203" charset="0"/>
              <a:cs typeface="Bahnschrift Light SemiCondensed" panose="020B0502040204020203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  <p:bldP spid="10" grpId="0"/>
      <p:bldP spid="11" grpId="0"/>
      <p:bldP spid="12" grpId="0"/>
      <p:bldP spid="1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2000" cy="115454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565" y="111125"/>
            <a:ext cx="9404985" cy="814070"/>
          </a:xfrm>
        </p:spPr>
        <p:txBody>
          <a:bodyPr/>
          <a:lstStyle/>
          <a:p>
            <a:pPr algn="ctr"/>
            <a:r>
              <a:rPr lang="en-US" altLang="en-US" sz="36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Our Project Overview</a:t>
            </a:r>
            <a:endParaRPr lang="en-US" altLang="en-US" sz="3600" b="1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5" y="1238250"/>
            <a:ext cx="12004040" cy="5529580"/>
          </a:xfrm>
          <a:prstGeom prst="rect">
            <a:avLst/>
          </a:prstGeom>
          <a:solidFill>
            <a:schemeClr val="accent1"/>
          </a:solidFill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1136073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193966"/>
            <a:ext cx="11471998" cy="942107"/>
          </a:xfrm>
        </p:spPr>
        <p:txBody>
          <a:bodyPr/>
          <a:lstStyle/>
          <a:p>
            <a:pPr algn="ctr"/>
            <a:r>
              <a:rPr lang="en-US" sz="36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Our Hostel Management System includes</a:t>
            </a:r>
            <a:endParaRPr lang="en-US" sz="3600" b="1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89129" y="1215409"/>
            <a:ext cx="12570690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Student Entry System: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Roll, Name, Religion, Prayer, Meal 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Count etc.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Expense Management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 :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Mess, Hostel, Electricity, Inventory 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Cost.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Penalty System: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Prayer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না করলে স্বয়ংক্রিয়ভাবে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Penalty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হিসাব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Daily Record Table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 :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প্রতিদিনের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সব তথ্য স্বয়ংক্রিয়ভাবে টেবিলে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দেখায়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Summary Filter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: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নির্দিষ্ট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Roll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দিয়ে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Date, Month, Year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অনুযায়ী হিসাব দেখা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যায়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Auto Generated Bar Chart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 :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Summary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দেখার পর সিস্টেম নিজেই রিপোর্ট তৈরি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করে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Notice Board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 :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গুরুত্বপূর্ণ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মেসেজ দেখানোর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জন্য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Theme System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 :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Light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এবং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Dark </a:t>
            </a:r>
            <a:r>
              <a:rPr lang="as-IN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দুই </a:t>
            </a:r>
            <a:r>
              <a:rPr lang="as-IN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মোড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Secure Login 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: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Password Hashing + JSON Based 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Authentication.</a:t>
            </a:r>
            <a:endParaRPr lang="en-US" sz="2400" dirty="0" smtClean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🔹 </a:t>
            </a:r>
            <a:r>
              <a:rPr lang="en-US" sz="2400" b="1" dirty="0">
                <a:solidFill>
                  <a:sysClr val="windowText" lastClr="000000"/>
                </a:solidFill>
                <a:latin typeface="Bahnschrift SemiBold Condensed" panose="020B0502040204020203" charset="0"/>
                <a:cs typeface="Bahnschrift SemiBold Condensed" panose="020B0502040204020203" charset="0"/>
              </a:rPr>
              <a:t>CSV Data Storage </a:t>
            </a:r>
            <a:r>
              <a:rPr lang="en-US" sz="2400" b="1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: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– </a:t>
            </a:r>
            <a:r>
              <a:rPr lang="en-US" sz="2400" dirty="0" smtClean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Lightweight</a:t>
            </a:r>
            <a:r>
              <a:rPr lang="en-US" sz="2400" dirty="0">
                <a:solidFill>
                  <a:sysClr val="windowText" lastClr="000000"/>
                </a:solidFill>
                <a:latin typeface="Bahnschrift Light SemiCondensed" panose="020B0502040204020203" charset="0"/>
                <a:cs typeface="Bahnschrift Light SemiCondensed" panose="020B0502040204020203" charset="0"/>
              </a:rPr>
              <a:t>, readable, easy to handle.</a:t>
            </a:r>
            <a:endParaRPr lang="en-US" sz="2400" dirty="0">
              <a:solidFill>
                <a:sysClr val="windowText" lastClr="000000"/>
              </a:solidFill>
              <a:latin typeface="Bahnschrift Light SemiCondensed" panose="020B0502040204020203" charset="0"/>
              <a:cs typeface="Bahnschrift Light SemiCondensed" panose="020B0502040204020203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5">
                  <a:tint val="64000"/>
                  <a:lumMod val="118000"/>
                </a:schemeClr>
              </a:gs>
              <a:gs pos="100000">
                <a:schemeClr val="accent5">
                  <a:tint val="92000"/>
                  <a:alpha val="100000"/>
                  <a:lumMod val="110000"/>
                </a:schemeClr>
              </a:gs>
              <a:gs pos="100000">
                <a:schemeClr val="accent5">
                  <a:lumMod val="82000"/>
                  <a:lumOff val="18000"/>
                </a:schemeClr>
              </a:gs>
              <a:gs pos="100000">
                <a:schemeClr val="accent5">
                  <a:lumMod val="90000"/>
                  <a:lumOff val="10000"/>
                </a:schemeClr>
              </a:gs>
              <a:gs pos="100000">
                <a:schemeClr val="accent5">
                  <a:lumMod val="82000"/>
                  <a:lumOff val="18000"/>
                </a:schemeClr>
              </a:gs>
              <a:gs pos="100000">
                <a:srgbClr val="96B0BD"/>
              </a:gs>
              <a:gs pos="100000">
                <a:schemeClr val="accent5">
                  <a:lumMod val="90000"/>
                  <a:lumOff val="10000"/>
                </a:schemeClr>
              </a:gs>
              <a:gs pos="100000">
                <a:schemeClr val="accent5">
                  <a:lumMod val="82000"/>
                  <a:lumOff val="18000"/>
                </a:schemeClr>
              </a:gs>
              <a:gs pos="100000">
                <a:srgbClr val="ABBFC9"/>
              </a:gs>
              <a:gs pos="100000">
                <a:schemeClr val="accent5">
                  <a:lumMod val="90000"/>
                  <a:lumOff val="10000"/>
                </a:schemeClr>
              </a:gs>
            </a:gsLst>
            <a:lin ang="5400000" scaled="0"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>
            <a:stCxn id="4" idx="0"/>
            <a:endCxn id="4" idx="2"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/>
        </p:nvGrpSpPr>
        <p:grpSpPr>
          <a:xfrm>
            <a:off x="6553199" y="406400"/>
            <a:ext cx="5564909" cy="766618"/>
            <a:chOff x="6553199" y="406400"/>
            <a:chExt cx="5564909" cy="766618"/>
          </a:xfrm>
        </p:grpSpPr>
        <p:sp>
          <p:nvSpPr>
            <p:cNvPr id="8" name="Rounded Rectangle 7"/>
            <p:cNvSpPr/>
            <p:nvPr>
              <p:custDataLst>
                <p:tags r:id="rId1"/>
              </p:custDataLst>
            </p:nvPr>
          </p:nvSpPr>
          <p:spPr>
            <a:xfrm>
              <a:off x="6553199" y="406400"/>
              <a:ext cx="5564909" cy="76661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922769" y="621030"/>
              <a:ext cx="4826635" cy="334010"/>
            </a:xfrm>
            <a:prstGeom prst="rect">
              <a:avLst/>
            </a:prstGeom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noAutofit/>
            </a:bodyPr>
            <a:lstStyle/>
            <a:p>
              <a:pPr algn="ctr"/>
              <a:r>
                <a:rPr lang="as-IN" sz="20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আমরা সিস্টেমটি তৈরি করতে ব্যবহার </a:t>
              </a:r>
              <a:r>
                <a:rPr lang="as-IN" sz="2000" b="1" dirty="0" smtClean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করেছি</a:t>
              </a:r>
              <a:endParaRPr 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293254" y="406400"/>
            <a:ext cx="5564909" cy="766618"/>
            <a:chOff x="293254" y="406400"/>
            <a:chExt cx="5564909" cy="766618"/>
          </a:xfrm>
        </p:grpSpPr>
        <p:sp>
          <p:nvSpPr>
            <p:cNvPr id="13" name="Rounded Rectangle 12"/>
            <p:cNvSpPr/>
            <p:nvPr>
              <p:custDataLst>
                <p:tags r:id="rId2"/>
              </p:custDataLst>
            </p:nvPr>
          </p:nvSpPr>
          <p:spPr>
            <a:xfrm>
              <a:off x="293254" y="406400"/>
              <a:ext cx="5564909" cy="766618"/>
            </a:xfrm>
            <a:prstGeom prst="roundRect">
              <a:avLst/>
            </a:prstGeom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73974" y="589915"/>
              <a:ext cx="4202430" cy="384175"/>
            </a:xfrm>
            <a:prstGeom prst="rect">
              <a:avLst/>
            </a:prstGeom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noAutofit/>
            </a:bodyPr>
            <a:lstStyle/>
            <a:p>
              <a:pPr algn="ctr"/>
              <a:r>
                <a:rPr lang="as-IN" sz="20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এই সিস্টেম তৈরি করার মূল উদ্দেশ্য</a:t>
              </a:r>
              <a:endParaRPr 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6224431" y="1579418"/>
            <a:ext cx="823191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000" dirty="0">
                <a:solidFill>
                  <a:sysClr val="windowText" lastClr="000000"/>
                </a:solidFill>
              </a:rPr>
              <a:t>🛠 Python (Tkinter GUI</a:t>
            </a:r>
            <a:r>
              <a:rPr lang="en-US" sz="2000" dirty="0" smtClean="0">
                <a:solidFill>
                  <a:sysClr val="windowText" lastClr="000000"/>
                </a:solidFill>
              </a:rPr>
              <a:t>)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🛠 </a:t>
            </a:r>
            <a:r>
              <a:rPr lang="en-US" sz="2000" dirty="0">
                <a:solidFill>
                  <a:sysClr val="windowText" lastClr="000000"/>
                </a:solidFill>
              </a:rPr>
              <a:t>CSV File System – Daily Record </a:t>
            </a:r>
            <a:r>
              <a:rPr lang="en-US" sz="2000" dirty="0" smtClean="0">
                <a:solidFill>
                  <a:sysClr val="windowText" lastClr="000000"/>
                </a:solidFill>
              </a:rPr>
              <a:t>Storage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🛠 </a:t>
            </a:r>
            <a:r>
              <a:rPr lang="en-US" sz="2000" dirty="0">
                <a:solidFill>
                  <a:sysClr val="windowText" lastClr="000000"/>
                </a:solidFill>
              </a:rPr>
              <a:t>JSON – Login </a:t>
            </a:r>
            <a:r>
              <a:rPr lang="en-US" sz="2000" dirty="0" smtClean="0">
                <a:solidFill>
                  <a:sysClr val="windowText" lastClr="000000"/>
                </a:solidFill>
              </a:rPr>
              <a:t>Credentials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🛠 </a:t>
            </a:r>
            <a:r>
              <a:rPr lang="en-US" sz="2000" dirty="0">
                <a:solidFill>
                  <a:sysClr val="windowText" lastClr="000000"/>
                </a:solidFill>
              </a:rPr>
              <a:t>PIL – Profile Icon </a:t>
            </a:r>
            <a:r>
              <a:rPr lang="en-US" sz="2000" dirty="0" smtClean="0">
                <a:solidFill>
                  <a:sysClr val="windowText" lastClr="000000"/>
                </a:solidFill>
              </a:rPr>
              <a:t>Handling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🛠 </a:t>
            </a:r>
            <a:r>
              <a:rPr lang="en-US" sz="2000" dirty="0">
                <a:solidFill>
                  <a:sysClr val="windowText" lastClr="000000"/>
                </a:solidFill>
              </a:rPr>
              <a:t>Matplotlib – Expense </a:t>
            </a:r>
            <a:r>
              <a:rPr lang="en-US" sz="2000" dirty="0" smtClean="0">
                <a:solidFill>
                  <a:sysClr val="windowText" lastClr="000000"/>
                </a:solidFill>
              </a:rPr>
              <a:t>Chart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🛠 </a:t>
            </a:r>
            <a:r>
              <a:rPr lang="en-US" sz="2000" dirty="0">
                <a:solidFill>
                  <a:sysClr val="windowText" lastClr="000000"/>
                </a:solidFill>
              </a:rPr>
              <a:t>hashlib + base64 – Secure Password </a:t>
            </a:r>
            <a:r>
              <a:rPr lang="en-US" sz="2000" dirty="0" smtClean="0">
                <a:solidFill>
                  <a:sysClr val="windowText" lastClr="000000"/>
                </a:solidFill>
              </a:rPr>
              <a:t>Hashing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🛠 </a:t>
            </a:r>
            <a:r>
              <a:rPr lang="en-US" sz="2000" dirty="0">
                <a:solidFill>
                  <a:sysClr val="windowText" lastClr="000000"/>
                </a:solidFill>
              </a:rPr>
              <a:t>datetime – </a:t>
            </a:r>
            <a:r>
              <a:rPr lang="as-IN" sz="2000" dirty="0">
                <a:solidFill>
                  <a:sysClr val="windowText" lastClr="000000"/>
                </a:solidFill>
              </a:rPr>
              <a:t>তারিখ ও সময়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2765" y="1651676"/>
            <a:ext cx="82319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000" dirty="0">
                <a:solidFill>
                  <a:sysClr val="windowText" lastClr="000000"/>
                </a:solidFill>
              </a:rPr>
              <a:t>✅ </a:t>
            </a:r>
            <a:r>
              <a:rPr lang="en-US" sz="2000" dirty="0" smtClean="0">
                <a:solidFill>
                  <a:sysClr val="windowText" lastClr="000000"/>
                </a:solidFill>
              </a:rPr>
              <a:t> </a:t>
            </a:r>
            <a:r>
              <a:rPr lang="as-IN" sz="2000" dirty="0" smtClean="0">
                <a:solidFill>
                  <a:sysClr val="windowText" lastClr="000000"/>
                </a:solidFill>
              </a:rPr>
              <a:t>হোস্টেলের </a:t>
            </a:r>
            <a:r>
              <a:rPr lang="as-IN" sz="2000" dirty="0">
                <a:solidFill>
                  <a:sysClr val="windowText" lastClr="000000"/>
                </a:solidFill>
              </a:rPr>
              <a:t>দৈনিক হিসাব স্বয়ংক্রিয় </a:t>
            </a:r>
            <a:r>
              <a:rPr lang="as-IN" sz="2000" dirty="0" smtClean="0">
                <a:solidFill>
                  <a:sysClr val="windowText" lastClr="000000"/>
                </a:solidFill>
              </a:rPr>
              <a:t>করা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✅  Meal</a:t>
            </a:r>
            <a:r>
              <a:rPr lang="en-US" sz="2000" dirty="0">
                <a:solidFill>
                  <a:sysClr val="windowText" lastClr="000000"/>
                </a:solidFill>
              </a:rPr>
              <a:t>, Prayer, Expense—</a:t>
            </a:r>
            <a:r>
              <a:rPr lang="as-IN" sz="2000" dirty="0">
                <a:solidFill>
                  <a:sysClr val="windowText" lastClr="000000"/>
                </a:solidFill>
              </a:rPr>
              <a:t>সব রেকর্ড </a:t>
            </a:r>
            <a:r>
              <a:rPr lang="as-IN" sz="2000" dirty="0" smtClean="0">
                <a:solidFill>
                  <a:sysClr val="windowText" lastClr="000000"/>
                </a:solidFill>
              </a:rPr>
              <a:t>এক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>
                <a:solidFill>
                  <a:sysClr val="windowText" lastClr="000000"/>
                </a:solidFill>
              </a:rPr>
              <a:t>	</a:t>
            </a:r>
            <a:r>
              <a:rPr lang="as-IN" sz="2000" dirty="0" smtClean="0">
                <a:solidFill>
                  <a:sysClr val="windowText" lastClr="000000"/>
                </a:solidFill>
              </a:rPr>
              <a:t> </a:t>
            </a:r>
            <a:r>
              <a:rPr lang="as-IN" sz="2000" dirty="0">
                <a:solidFill>
                  <a:sysClr val="windowText" lastClr="000000"/>
                </a:solidFill>
              </a:rPr>
              <a:t>জায়গায় </a:t>
            </a:r>
            <a:r>
              <a:rPr lang="as-IN" sz="2000" dirty="0" smtClean="0">
                <a:solidFill>
                  <a:sysClr val="windowText" lastClr="000000"/>
                </a:solidFill>
              </a:rPr>
              <a:t>রাখা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✅  Admin </a:t>
            </a:r>
            <a:r>
              <a:rPr lang="as-IN" sz="2000" dirty="0">
                <a:solidFill>
                  <a:sysClr val="windowText" lastClr="000000"/>
                </a:solidFill>
              </a:rPr>
              <a:t>ও </a:t>
            </a:r>
            <a:r>
              <a:rPr lang="en-US" sz="2000" dirty="0">
                <a:solidFill>
                  <a:sysClr val="windowText" lastClr="000000"/>
                </a:solidFill>
              </a:rPr>
              <a:t>User </a:t>
            </a:r>
            <a:r>
              <a:rPr lang="as-IN" sz="2000" dirty="0">
                <a:solidFill>
                  <a:sysClr val="windowText" lastClr="000000"/>
                </a:solidFill>
              </a:rPr>
              <a:t>লগইন ও নিরাপদ ডাটা </a:t>
            </a:r>
            <a:r>
              <a:rPr lang="as-IN" sz="2000" dirty="0" smtClean="0">
                <a:solidFill>
                  <a:sysClr val="windowText" lastClr="000000"/>
                </a:solidFill>
              </a:rPr>
              <a:t>সঞ্চয়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✅  </a:t>
            </a:r>
            <a:r>
              <a:rPr lang="as-IN" sz="2000" dirty="0" smtClean="0">
                <a:solidFill>
                  <a:sysClr val="windowText" lastClr="000000"/>
                </a:solidFill>
              </a:rPr>
              <a:t>দ্রুত </a:t>
            </a:r>
            <a:r>
              <a:rPr lang="en-US" sz="2000" dirty="0">
                <a:solidFill>
                  <a:sysClr val="windowText" lastClr="000000"/>
                </a:solidFill>
              </a:rPr>
              <a:t>Summary </a:t>
            </a:r>
            <a:r>
              <a:rPr lang="as-IN" sz="2000" dirty="0">
                <a:solidFill>
                  <a:sysClr val="windowText" lastClr="000000"/>
                </a:solidFill>
              </a:rPr>
              <a:t>ও হিসাব </a:t>
            </a:r>
            <a:r>
              <a:rPr lang="as-IN" sz="2000" dirty="0" smtClean="0">
                <a:solidFill>
                  <a:sysClr val="windowText" lastClr="000000"/>
                </a:solidFill>
              </a:rPr>
              <a:t>বিশ্লেষণ</a:t>
            </a:r>
            <a:endParaRPr lang="en-US" sz="20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000" dirty="0" smtClean="0">
                <a:solidFill>
                  <a:sysClr val="windowText" lastClr="000000"/>
                </a:solidFill>
              </a:rPr>
              <a:t>✅  Chart </a:t>
            </a:r>
            <a:r>
              <a:rPr lang="as-IN" sz="2000" dirty="0">
                <a:solidFill>
                  <a:sysClr val="windowText" lastClr="000000"/>
                </a:solidFill>
              </a:rPr>
              <a:t>ও রিপোর্ট সিস্টেম তৈরি করা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28877"/>
            <a:ext cx="12192000" cy="7603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723" y="125461"/>
            <a:ext cx="11545889" cy="875568"/>
          </a:xfrm>
        </p:spPr>
        <p:txBody>
          <a:bodyPr/>
          <a:lstStyle/>
          <a:p>
            <a:pPr algn="ctr"/>
            <a:r>
              <a:rPr lang="as-IN" sz="2800" dirty="0"/>
              <a:t>এই প্রোজেক্ট তৈরি করতে আমরা কিছু চ্যালেঞ্জের মুখোমুখি হয়েছিলাম, যেমন</a:t>
            </a:r>
            <a:endParaRPr lang="en-US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270723" y="885857"/>
            <a:ext cx="1173198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400" dirty="0">
                <a:solidFill>
                  <a:sysClr val="windowText" lastClr="000000"/>
                </a:solidFill>
              </a:rPr>
              <a:t>❌ Login System-</a:t>
            </a:r>
            <a:r>
              <a:rPr lang="as-IN" sz="2400" dirty="0">
                <a:solidFill>
                  <a:sysClr val="windowText" lastClr="000000"/>
                </a:solidFill>
              </a:rPr>
              <a:t>এর </a:t>
            </a:r>
            <a:r>
              <a:rPr lang="en-US" sz="2400" dirty="0">
                <a:solidFill>
                  <a:sysClr val="windowText" lastClr="000000"/>
                </a:solidFill>
              </a:rPr>
              <a:t>Security </a:t>
            </a:r>
            <a:r>
              <a:rPr lang="as-IN" sz="2400" dirty="0">
                <a:solidFill>
                  <a:sysClr val="windowText" lastClr="000000"/>
                </a:solidFill>
              </a:rPr>
              <a:t>নিশ্চিত </a:t>
            </a:r>
            <a:r>
              <a:rPr lang="as-IN" sz="2400" dirty="0" smtClean="0">
                <a:solidFill>
                  <a:sysClr val="windowText" lastClr="000000"/>
                </a:solidFill>
              </a:rPr>
              <a:t>করা</a:t>
            </a:r>
            <a:endParaRPr lang="en-US" sz="24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400" dirty="0" smtClean="0">
                <a:solidFill>
                  <a:sysClr val="windowText" lastClr="000000"/>
                </a:solidFill>
              </a:rPr>
              <a:t>❌ </a:t>
            </a:r>
            <a:r>
              <a:rPr lang="en-US" sz="2400" dirty="0">
                <a:solidFill>
                  <a:sysClr val="windowText" lastClr="000000"/>
                </a:solidFill>
              </a:rPr>
              <a:t>CSV Data </a:t>
            </a:r>
            <a:r>
              <a:rPr lang="as-IN" sz="2400" dirty="0">
                <a:solidFill>
                  <a:sysClr val="windowText" lastClr="000000"/>
                </a:solidFill>
              </a:rPr>
              <a:t>সঠিকভাবে </a:t>
            </a:r>
            <a:r>
              <a:rPr lang="en-US" sz="2400" dirty="0">
                <a:solidFill>
                  <a:sysClr val="windowText" lastClr="000000"/>
                </a:solidFill>
              </a:rPr>
              <a:t>Validate </a:t>
            </a:r>
            <a:r>
              <a:rPr lang="as-IN" sz="2400" dirty="0">
                <a:solidFill>
                  <a:sysClr val="windowText" lastClr="000000"/>
                </a:solidFill>
              </a:rPr>
              <a:t>ও </a:t>
            </a:r>
            <a:r>
              <a:rPr lang="en-US" sz="2400" dirty="0">
                <a:solidFill>
                  <a:sysClr val="windowText" lastClr="000000"/>
                </a:solidFill>
              </a:rPr>
              <a:t>Format </a:t>
            </a:r>
            <a:r>
              <a:rPr lang="as-IN" sz="2400" dirty="0" smtClean="0">
                <a:solidFill>
                  <a:sysClr val="windowText" lastClr="000000"/>
                </a:solidFill>
              </a:rPr>
              <a:t>করা</a:t>
            </a:r>
            <a:endParaRPr lang="en-US" sz="24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400" dirty="0" smtClean="0">
                <a:solidFill>
                  <a:sysClr val="windowText" lastClr="000000"/>
                </a:solidFill>
              </a:rPr>
              <a:t>❌ </a:t>
            </a:r>
            <a:r>
              <a:rPr lang="en-US" sz="2400" dirty="0">
                <a:solidFill>
                  <a:sysClr val="windowText" lastClr="000000"/>
                </a:solidFill>
              </a:rPr>
              <a:t>Chart Generate </a:t>
            </a:r>
            <a:r>
              <a:rPr lang="as-IN" sz="2400" dirty="0">
                <a:solidFill>
                  <a:sysClr val="windowText" lastClr="000000"/>
                </a:solidFill>
              </a:rPr>
              <a:t>করার সময় </a:t>
            </a:r>
            <a:r>
              <a:rPr lang="en-US" sz="2400" dirty="0">
                <a:solidFill>
                  <a:sysClr val="windowText" lastClr="000000"/>
                </a:solidFill>
              </a:rPr>
              <a:t>Errors </a:t>
            </a:r>
            <a:r>
              <a:rPr lang="as-IN" sz="2400" dirty="0" smtClean="0">
                <a:solidFill>
                  <a:sysClr val="windowText" lastClr="000000"/>
                </a:solidFill>
              </a:rPr>
              <a:t>আসা</a:t>
            </a:r>
            <a:endParaRPr lang="en-US" sz="24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400" dirty="0" smtClean="0">
                <a:solidFill>
                  <a:sysClr val="windowText" lastClr="000000"/>
                </a:solidFill>
              </a:rPr>
              <a:t>❌ </a:t>
            </a:r>
            <a:r>
              <a:rPr lang="en-US" sz="2400" dirty="0">
                <a:solidFill>
                  <a:sysClr val="windowText" lastClr="000000"/>
                </a:solidFill>
              </a:rPr>
              <a:t>Theme Change </a:t>
            </a:r>
            <a:r>
              <a:rPr lang="as-IN" sz="2400" dirty="0">
                <a:solidFill>
                  <a:sysClr val="windowText" lastClr="000000"/>
                </a:solidFill>
              </a:rPr>
              <a:t>এবং </a:t>
            </a:r>
            <a:r>
              <a:rPr lang="en-US" sz="2400" dirty="0">
                <a:solidFill>
                  <a:sysClr val="windowText" lastClr="000000"/>
                </a:solidFill>
              </a:rPr>
              <a:t>UI Design </a:t>
            </a:r>
            <a:r>
              <a:rPr lang="as-IN" sz="2400" dirty="0">
                <a:solidFill>
                  <a:sysClr val="windowText" lastClr="000000"/>
                </a:solidFill>
              </a:rPr>
              <a:t>একসাথে </a:t>
            </a:r>
            <a:r>
              <a:rPr lang="en-US" sz="2400" dirty="0">
                <a:solidFill>
                  <a:sysClr val="windowText" lastClr="000000"/>
                </a:solidFill>
              </a:rPr>
              <a:t>Balance </a:t>
            </a:r>
            <a:r>
              <a:rPr lang="as-IN" sz="2400" dirty="0" smtClean="0">
                <a:solidFill>
                  <a:sysClr val="windowText" lastClr="000000"/>
                </a:solidFill>
              </a:rPr>
              <a:t>করা</a:t>
            </a:r>
            <a:endParaRPr lang="en-US" sz="24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200000"/>
              </a:lnSpc>
            </a:pPr>
            <a:r>
              <a:rPr lang="en-US" sz="2400" dirty="0" smtClean="0">
                <a:solidFill>
                  <a:sysClr val="windowText" lastClr="000000"/>
                </a:solidFill>
              </a:rPr>
              <a:t>❌ </a:t>
            </a:r>
            <a:r>
              <a:rPr lang="en-US" sz="2400" dirty="0">
                <a:solidFill>
                  <a:sysClr val="windowText" lastClr="000000"/>
                </a:solidFill>
              </a:rPr>
              <a:t>Prayer System </a:t>
            </a:r>
            <a:r>
              <a:rPr lang="as-IN" sz="2400" dirty="0">
                <a:solidFill>
                  <a:sysClr val="windowText" lastClr="000000"/>
                </a:solidFill>
              </a:rPr>
              <a:t>ও </a:t>
            </a:r>
            <a:r>
              <a:rPr lang="en-US" sz="2400" dirty="0">
                <a:solidFill>
                  <a:sysClr val="windowText" lastClr="000000"/>
                </a:solidFill>
              </a:rPr>
              <a:t>Penalty Logic Perfect </a:t>
            </a:r>
            <a:r>
              <a:rPr lang="as-IN" sz="2400" dirty="0">
                <a:solidFill>
                  <a:sysClr val="windowText" lastClr="000000"/>
                </a:solidFill>
              </a:rPr>
              <a:t>করা</a:t>
            </a:r>
            <a:endParaRPr lang="en-US" sz="240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66" y="2022900"/>
            <a:ext cx="9162907" cy="3121755"/>
          </a:xfrm>
        </p:spPr>
        <p:txBody>
          <a:bodyPr/>
          <a:lstStyle/>
          <a:p>
            <a:pPr algn="ctr"/>
            <a:r>
              <a:rPr lang="en-US" sz="96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Elephant" panose="02020904090505020303" pitchFamily="18" charset="0"/>
              </a:rPr>
              <a:t>Thank you For</a:t>
            </a:r>
            <a:br>
              <a:rPr lang="en-US" sz="96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Elephant" panose="02020904090505020303" pitchFamily="18" charset="0"/>
              </a:rPr>
            </a:br>
            <a:r>
              <a:rPr lang="en-US" sz="96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Elephant" panose="02020904090505020303" pitchFamily="18" charset="0"/>
              </a:rPr>
              <a:t> watching</a:t>
            </a:r>
            <a:br>
              <a:rPr lang="en-US" sz="96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Elephant" panose="02020904090505020303" pitchFamily="18" charset="0"/>
              </a:rPr>
            </a:b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latin typeface="Elephant" panose="02020904090505020303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60.3636220472441,&quot;left&quot;:23.090866141732285,&quot;top&quot;:32,&quot;width&quot;:931.0908661417322}"/>
</p:tagLst>
</file>

<file path=ppt/tags/tag2.xml><?xml version="1.0" encoding="utf-8"?>
<p:tagLst xmlns:p="http://schemas.openxmlformats.org/presentationml/2006/main">
  <p:tag name="KSO_WM_DIAGRAM_VIRTUALLY_FRAME" val="{&quot;height&quot;:60.3636220472441,&quot;left&quot;:23.090866141732285,&quot;top&quot;:32,&quot;width&quot;:931.0908661417322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1670</Words>
  <Application>WPS Presentation</Application>
  <PresentationFormat>Widescreen</PresentationFormat>
  <Paragraphs>63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52" baseType="lpstr">
      <vt:lpstr>Arial</vt:lpstr>
      <vt:lpstr>SimSun</vt:lpstr>
      <vt:lpstr>Wingdings</vt:lpstr>
      <vt:lpstr>Wingdings 3</vt:lpstr>
      <vt:lpstr>Symbol</vt:lpstr>
      <vt:lpstr>Arial</vt:lpstr>
      <vt:lpstr>Elephant</vt:lpstr>
      <vt:lpstr>Segoe Print</vt:lpstr>
      <vt:lpstr>Century Gothic</vt:lpstr>
      <vt:lpstr>Microsoft YaHei</vt:lpstr>
      <vt:lpstr>Arial Unicode MS</vt:lpstr>
      <vt:lpstr>Calibri</vt:lpstr>
      <vt:lpstr>Vrinda</vt:lpstr>
      <vt:lpstr>Kalpurush</vt:lpstr>
      <vt:lpstr>Siyam Rupali</vt:lpstr>
      <vt:lpstr>Bahnschrift Light Condensed</vt:lpstr>
      <vt:lpstr>Bahnschrift</vt:lpstr>
      <vt:lpstr>Bahnschrift Condensed</vt:lpstr>
      <vt:lpstr>Arial Black</vt:lpstr>
      <vt:lpstr>Bahnschrift Light SemiCondensed</vt:lpstr>
      <vt:lpstr>Bahnschrift SemiBold</vt:lpstr>
      <vt:lpstr>Bahnschrift SemiBold Condensed</vt:lpstr>
      <vt:lpstr>Bahnschrift SemiBold SemiCondensed</vt:lpstr>
      <vt:lpstr>Bahnschrift SemiCondensed</vt:lpstr>
      <vt:lpstr>Bahnschrift SemiLight</vt:lpstr>
      <vt:lpstr>Bahnschrift Light</vt:lpstr>
      <vt:lpstr>Bahnschrift SemiLight Condensed</vt:lpstr>
      <vt:lpstr>Calibri Light</vt:lpstr>
      <vt:lpstr>Cambria Math</vt:lpstr>
      <vt:lpstr>Cascadia Mono ExtraLight</vt:lpstr>
      <vt:lpstr>Cascadia Mono Light</vt:lpstr>
      <vt:lpstr>Cascadia Code Light</vt:lpstr>
      <vt:lpstr>Cascadia Code SemiLight</vt:lpstr>
      <vt:lpstr>Cascadia Code SemiBold</vt:lpstr>
      <vt:lpstr>Cascadia Code ExtraLight</vt:lpstr>
      <vt:lpstr>Cascadia Mono</vt:lpstr>
      <vt:lpstr>Cascadia Mono SemiLight</vt:lpstr>
      <vt:lpstr>Gabriola</vt:lpstr>
      <vt:lpstr>Ebrima</vt:lpstr>
      <vt:lpstr>Franklin Gothic Medium</vt:lpstr>
      <vt:lpstr>Ink Free</vt:lpstr>
      <vt:lpstr>Impact</vt:lpstr>
      <vt:lpstr>Kalpurush ANSI</vt:lpstr>
      <vt:lpstr>Lucida Console</vt:lpstr>
      <vt:lpstr>Ion</vt:lpstr>
      <vt:lpstr>Welcome  to  BagBusters Team   Project</vt:lpstr>
      <vt:lpstr>Introduce Our Team Mamber</vt:lpstr>
      <vt:lpstr>Our Project</vt:lpstr>
      <vt:lpstr>Our Hostel Management System includes</vt:lpstr>
      <vt:lpstr>PowerPoint 演示文稿</vt:lpstr>
      <vt:lpstr>এই প্রোজেক্ট তৈরি করতে আমরা কিছু চ্যালেঞ্জের মুখোমুখি হয়েছিলাম, যেমন</vt:lpstr>
      <vt:lpstr>Thank you For  watching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 to  BagBusters Team   Project</dc:title>
  <dc:creator>Emon Golder joy</dc:creator>
  <cp:lastModifiedBy>User</cp:lastModifiedBy>
  <cp:revision>12</cp:revision>
  <dcterms:created xsi:type="dcterms:W3CDTF">2025-11-24T11:04:00Z</dcterms:created>
  <dcterms:modified xsi:type="dcterms:W3CDTF">2025-11-24T14:52:01Z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14C0DC548088463187AE14905DD7B017_12</vt:lpwstr>
  </property>
  <property fmtid="{D5CDD505-2E9C-101B-9397-08002B2CF9AE}" pid="3" name="KSOProductBuildVer">
    <vt:lpwstr>1033-12.2.0.23155</vt:lpwstr>
  </property>
</Properties>
</file>